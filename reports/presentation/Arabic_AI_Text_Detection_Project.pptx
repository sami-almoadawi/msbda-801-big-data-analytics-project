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 autoCompressPictures="0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313" r:id="rId2"/>
    <p:sldId id="264" r:id="rId3"/>
    <p:sldId id="373" r:id="rId4"/>
    <p:sldId id="374" r:id="rId5"/>
    <p:sldId id="375" r:id="rId6"/>
    <p:sldId id="376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87" r:id="rId18"/>
    <p:sldId id="388" r:id="rId19"/>
    <p:sldId id="389" r:id="rId20"/>
    <p:sldId id="390" r:id="rId21"/>
    <p:sldId id="391" r:id="rId22"/>
    <p:sldId id="392" r:id="rId23"/>
    <p:sldId id="394" r:id="rId24"/>
    <p:sldId id="395" r:id="rId25"/>
    <p:sldId id="408" r:id="rId26"/>
    <p:sldId id="409" r:id="rId27"/>
    <p:sldId id="396" r:id="rId28"/>
    <p:sldId id="398" r:id="rId29"/>
    <p:sldId id="399" r:id="rId30"/>
    <p:sldId id="401" r:id="rId31"/>
    <p:sldId id="402" r:id="rId32"/>
    <p:sldId id="403" r:id="rId33"/>
    <p:sldId id="404" r:id="rId34"/>
    <p:sldId id="405" r:id="rId35"/>
    <p:sldId id="406" r:id="rId36"/>
    <p:sldId id="407" r:id="rId37"/>
    <p:sldId id="410" r:id="rId38"/>
    <p:sldId id="411" r:id="rId39"/>
    <p:sldId id="365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92" userDrawn="1">
          <p15:clr>
            <a:srgbClr val="A4A3A4"/>
          </p15:clr>
        </p15:guide>
        <p15:guide id="2" pos="3144" userDrawn="1">
          <p15:clr>
            <a:srgbClr val="A4A3A4"/>
          </p15:clr>
        </p15:guide>
        <p15:guide id="3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C4B1156A-380E-4F78-BDF5-A606A8083BF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78544" autoAdjust="0"/>
  </p:normalViewPr>
  <p:slideViewPr>
    <p:cSldViewPr snapToGrid="0">
      <p:cViewPr varScale="1">
        <p:scale>
          <a:sx n="87" d="100"/>
          <a:sy n="87" d="100"/>
        </p:scale>
        <p:origin x="1512" y="78"/>
      </p:cViewPr>
      <p:guideLst>
        <p:guide orient="horz" pos="792"/>
        <p:guide pos="3144"/>
        <p:guide orient="horz" pos="960"/>
      </p:guideLst>
    </p:cSldViewPr>
  </p:slideViewPr>
  <p:outlineViewPr>
    <p:cViewPr>
      <p:scale>
        <a:sx n="33" d="100"/>
        <a:sy n="33" d="100"/>
      </p:scale>
      <p:origin x="0" y="-1194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58" d="100"/>
          <a:sy n="58" d="100"/>
        </p:scale>
        <p:origin x="3240" y="5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48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CAE72A9-67A2-4FB1-BBF6-740F2C2EAA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7B748C-466C-45D8-970C-D4FB4FE80CD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8ABBF3-49A8-4B3F-9773-22E67695BB12}" type="datetimeFigureOut">
              <a:rPr lang="en-US" smtClean="0"/>
              <a:t>5/20/2026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A8C23F-271A-4B7C-87EC-108046165C7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E7ABF6-4152-4126-AC20-23B44A3111A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EB6193-5AA7-489B-8575-00593FC261D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4054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4AAC2B-A50D-4386-849A-6B59FB991B4C}" type="datetimeFigureOut">
              <a:rPr lang="en-US" smtClean="0"/>
              <a:t>5/20/2026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895658-EA1F-4910-80AB-4DA76E16747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4773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5605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68471-8596-C832-E141-A2B8EA760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61C13-57FB-23EA-D7FF-65AA25864E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148B0A-1B95-BF89-4EE2-6DEE5C292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7347B-D4C3-1313-C8F6-E5E5976C96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4759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1BA1FA-48E1-F5F9-9C45-585C175CE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A2F909-5433-DEB0-C4FA-A785947CBD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DBE97F-FC3D-EA6E-DF87-9945B92F19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249441-7F68-A095-755A-0CDDDA02B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93671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930BA-54CD-162F-2148-4262DFC5C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9B621-3FFE-A932-4CB4-7387A903C8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0117BC-670C-A6F3-2401-577305E0DA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97C27D-06E3-F591-C504-0E6430014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824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20DB7-BF83-A718-ED46-E812A27F7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20CC1D-7750-CF92-567F-37142EAD8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EEA5BB-5203-905E-90EF-CCBE2BCD55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CD5D56-61A5-A06E-7A80-70B8289311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772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EACE6-729E-639D-407A-C2667AE2F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DDF0F-2E7A-E2B1-87A7-F437A1EB3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15253F-5739-7B4A-C225-EC7EF878F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1A7E74-9A60-D81B-BB86-A3FC09CE44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83110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32837-5E7B-6580-89E2-62E47FBF4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F0CCF4-D431-0FAA-E25F-33DDD5602A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3C72D-3522-9C22-FCDC-973432B858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48E9F-8D55-2DD9-E6A8-1526B7D1CF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2610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43F79-8442-188B-62ED-189CFDC6E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725631-B65F-256C-31A9-E3CE503890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C0888E-EF27-078F-1E5C-47B0D04B84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81605-83A4-3DD2-1432-FB5E5D308C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40266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2E72A-A604-203F-9BA5-755D0D263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A5BCD2-3090-33BA-5680-BFB351219A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7121BD-DF4F-9098-6500-40C3B6C6A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A3171-8272-1671-5FA6-F82161D87A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6678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AA01C-66DE-4C70-7754-1F2CE1EDBB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709F0E-4C79-9528-19AF-F339EA23FA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E1D4EA-14E4-B209-4220-12BE0B921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F4D429-34A9-4004-9C99-10CAF138C4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04861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54E3B-A431-77C7-58F5-162A374BB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B47566-7D2A-9AB5-CD19-B327A87BC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FDCB20-BC6A-CA73-F27B-FACEB55F33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BA3990-85ED-D342-91B1-5F8A5D221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13410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23203-27B2-593B-2DCE-21725E5B0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6A582E-AA15-56C4-170C-964C7C631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8D87B2-10EF-0615-2331-BD9C079569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CEF2D-5A69-A3D2-4201-DA9F59EB5F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2565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0EAC7-941F-5CBE-7E7C-CB40DA49C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499FB6-A018-0AD8-5F1A-3EF1974F19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B9C1AE-3D3E-6826-D62D-B40AE1519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1FAD80-567D-C189-7711-ED1BD52B3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88205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C38280-EB27-A21C-F2A7-E4A416B12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958B3-5BA6-9B40-51F8-641C82E93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0AB5E-70BB-3D53-0082-4D27DAA9D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B97BA-9A90-E060-96FB-87E2D62DFE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259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47641-23AE-D6B3-F16F-1E99BA43F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FF8F72-A016-8950-E841-1F274B7188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F87FEE-DF2A-2274-41D5-23B32ED912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736515-8E3A-5311-1481-679A8C6707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82352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5AF9-911B-2726-314D-434BB6A9B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793B3E-B659-DF43-5640-19EDD95E3E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FE1825-DEA7-C0E1-8E4C-666317A49D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D2471-CBE3-04BB-DB7B-A3A179EAB2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2865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C2B58-7B0B-9D54-B615-8BF4D4710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D754A6-8C94-8EE1-325C-16D2A24C5C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19385-ABB1-583F-8A8E-9904649FB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784CA-BC16-E271-A53B-6D49F6D086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9773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2E9A-8546-32BE-3DF1-935184B87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B56B0-9245-094F-3996-F6FCD72A71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E3A05F-43B5-FDFB-3D19-C092D06F48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4938A7-9DC1-97FA-CA43-C7254DA935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45464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C0A4E-E76A-A8FD-70EB-BEF63BCBC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B20804-D1E7-A09E-AD92-A4F7B787DC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A91717-F060-1709-D3EB-AADD6E2946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3BFC8-99BA-E0E2-3CB1-6EED31BE1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479353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C444A-112D-1767-9D9D-B0C7B746A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4D9C8B-BA26-883F-A96F-1E8B7C6245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5B8A51-E974-2509-E7F0-9E61C4D21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3BE069-9587-95A7-6212-F4F4A224FB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5545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CCCFA-F18C-3DDA-88FA-22669BFA7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90D8A7-33AA-264C-8FAD-22E5F29DF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24586D-4A2E-21DE-8951-A129342956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D71A7-DE4D-7DB1-BD93-A1341BDDD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3904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C3A93-09E6-1635-02DB-283AF144A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1A781C-3EC7-CD7A-4F43-B99BF9578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E66E4C-920F-78B5-B05F-066AC9160F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B9878-1801-40BC-1E65-7AD05A945C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2138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DE9D2-322C-CE42-413C-CA2FAF981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6DC62-F79B-68F0-E08A-CD57684035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CD8AB7-6265-B1CC-4ADE-CEE26080E1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CA3407-95E1-A934-2FDB-36EF81366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9335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0DC22-F8DF-8A79-12F5-279DE3E8E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09AB02-2F37-8034-F97A-6CFBA307C6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A999D9-C670-9777-2F8B-E9BEFAC6D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2C8DF7-D6B8-8978-1153-02FADD91F4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941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2FA27-6C8E-5FDB-8E9B-5E3F41905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0E029-20B3-A48C-E893-94D9E50E68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CD3F92-EB3E-9FAB-B90A-B67120BB2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0083A-5739-FBF7-9572-E40EC9557E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3225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70245-A8E4-58A4-FD5F-71876813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777B0A-1CD7-F14D-3FEC-D631EA063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2629F-7500-B90B-CD34-1CAB088C92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6AB77B-35B1-0ADF-FA00-0BDCDD0ADA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4479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1F86A8-201B-97CF-441B-8C42FC1F5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A58DE-9D19-18E9-CA76-781C9FC71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9DB001-28BF-67BE-5890-F9DBD9D58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C0DD5-7CB8-FECD-6B3E-1689225EB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63807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88F89-0708-AF2E-2B34-3516DAA2F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726E6-CD6B-D1FE-E0E9-8B954F483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92998-8D3D-81AF-7AD2-72C35B198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4FEECC-669B-C7AE-D64F-8345E9AB0E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74426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86F1E-5ED9-618C-11C6-BAEA34616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2A68D-0FB7-A1C4-DFA7-EB2E29E3F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6F1E3-BD6E-4F1E-8C4E-31A0A1079B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090C2F-093D-DEDD-1338-24BBF7F06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2092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4591D-197C-90A5-B07E-94DEE1D01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8907EE-AE8A-5672-BDA2-BD4336B4C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369194-771E-4C7F-EB78-558334F896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591C2E-32F6-F505-1A92-21EA3B4740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192888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8567E-4F84-9E1A-D1C0-2E59342097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EA868E-F4E6-6A3F-2CD7-3AACC37727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292A5F-EA6C-73D3-5D38-46D704677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6AA445-16DB-C771-E6A0-773F95D66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79274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11502-8C27-19AA-65CB-C0EFDE291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CE755C-8C72-028A-122B-27D062753C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AE4F5C-1CAC-59B9-CA1C-6941DBE092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63B674-C84A-5D74-EC2C-338AF6D041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98541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5925D-DF3E-6E14-905F-6207996AD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D3152-6B1B-C24D-273A-A11957EAAE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B81F70-F64F-3F29-1021-1D2C40541D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DA929-9FD3-E6E3-790E-498C93796E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4507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65D18-F263-BF2D-2E05-4CB41F2C4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D79F45-7677-9188-0DCA-973EC0946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5A8ECD-3B77-5141-4147-45060CC1C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DA807D-3F38-F6C8-A8EE-F5597FD315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32995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A78DB-FC09-AF7F-7CE0-92A48EDD0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2C07B5-E497-863E-9AC0-E5B80FB21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6696A4-E01C-E227-FEB1-68FDC5660F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E43F15-A77F-849C-DE57-14E3E0BF9F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46509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8D2CA-64AA-E503-72D9-86BA33F59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E123F-BCCA-889A-28C7-E7A9C6D63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144D5-3907-2618-EC13-A068FDAA2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2CF6E-741B-9CCF-A0BF-BFB3F09EB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11232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5E75FD-447D-FC15-B8D5-DC8660C8F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121DAA-E8FD-DD5F-8D93-8F95A2A3CD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010A12-C44F-2538-B732-23CF2C933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67D49-EF78-E3C2-9265-6CC80CEEAB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3650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1E41A-4ABC-CD69-7F6F-A438664B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D66D34-F002-0EFA-361C-5A7DB342E8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8A37CF-CA6E-A9E2-C907-79CB3472F0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405D8-FE83-EE1F-1846-B8F232469D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895658-EA1F-4910-80AB-4DA76E167475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8593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sv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1.svg"/><Relationship Id="rId4" Type="http://schemas.openxmlformats.org/officeDocument/2006/relationships/image" Target="../media/image9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sv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9AF4D7D-42EC-4F30-296A-81B05C4E7D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714772" y="677918"/>
            <a:ext cx="6856292" cy="3590596"/>
          </a:xfrm>
        </p:spPr>
        <p:txBody>
          <a:bodyPr anchor="ctr"/>
          <a:lstStyle>
            <a:lvl1pPr algn="l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6703921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3950" y="429461"/>
            <a:ext cx="6343650" cy="2668463"/>
          </a:xfrm>
        </p:spPr>
        <p:txBody>
          <a:bodyPr anchor="b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83B974-C7F1-5026-EC6E-647371B64BB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938712" y="3299953"/>
            <a:ext cx="6338888" cy="2668463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4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64914EB-20DD-97B4-8FF9-94D739D21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9867" y="-7753"/>
            <a:ext cx="4187536" cy="6865753"/>
            <a:chOff x="-9867" y="-7753"/>
            <a:chExt cx="4187536" cy="6865753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0407AED1-9974-465A-BC9C-530E270105DE}"/>
                </a:ext>
              </a:extLst>
            </p:cNvPr>
            <p:cNvSpPr/>
            <p:nvPr userDrawn="1"/>
          </p:nvSpPr>
          <p:spPr>
            <a:xfrm flipH="1">
              <a:off x="0" y="2021358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08ADBC6-C9BE-4302-A86A-4AC842874C24}"/>
                </a:ext>
              </a:extLst>
            </p:cNvPr>
            <p:cNvSpPr/>
            <p:nvPr userDrawn="1"/>
          </p:nvSpPr>
          <p:spPr>
            <a:xfrm>
              <a:off x="2029604" y="2031653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2B04AFC-F339-4DFB-AA44-D68317065E02}"/>
                </a:ext>
              </a:extLst>
            </p:cNvPr>
            <p:cNvSpPr/>
            <p:nvPr userDrawn="1"/>
          </p:nvSpPr>
          <p:spPr>
            <a:xfrm>
              <a:off x="2028253" y="4052815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E88B2398-8473-499F-836C-F3AF518F5BB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3015" y="5086646"/>
              <a:ext cx="2019299" cy="999451"/>
            </a:xfrm>
            <a:prstGeom prst="rect">
              <a:avLst/>
            </a:prstGeom>
          </p:spPr>
        </p:pic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1BC9BFE-80C0-4DA9-92DB-070C41E412B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0800000">
              <a:off x="-9867" y="-1076"/>
              <a:ext cx="2029968" cy="2029968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22571C-09D3-4F39-B963-76F80D9973F1}"/>
                </a:ext>
              </a:extLst>
            </p:cNvPr>
            <p:cNvSpPr/>
            <p:nvPr userDrawn="1"/>
          </p:nvSpPr>
          <p:spPr>
            <a:xfrm>
              <a:off x="2029968" y="6045049"/>
              <a:ext cx="2029968" cy="812951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0268D7D-D5FB-492C-8D00-3E866534BD42}"/>
                </a:ext>
              </a:extLst>
            </p:cNvPr>
            <p:cNvSpPr/>
            <p:nvPr userDrawn="1"/>
          </p:nvSpPr>
          <p:spPr>
            <a:xfrm flipH="1">
              <a:off x="0" y="4828032"/>
              <a:ext cx="2032942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4BCEF24-C76B-44E5-A457-E55658E8EB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-2860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18216784-417D-44A8-8CF1-C0CAF410EB9B}"/>
                </a:ext>
              </a:extLst>
            </p:cNvPr>
            <p:cNvGrpSpPr/>
            <p:nvPr userDrawn="1"/>
          </p:nvGrpSpPr>
          <p:grpSpPr>
            <a:xfrm>
              <a:off x="100242" y="2099803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FFF90BA2-E949-4FDF-A88E-B68F607E3205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41F18930-2C24-4BA6-A1EB-BF1644EE8558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D5953E65-C24C-4C83-86BB-E4A6D2532FD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0B9DA7A8-A66E-4E0E-92DF-B3FF112EBB70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94E74739-1964-4A3C-B2E5-28FEF5EF8E49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E31C22DC-76BD-4E83-8A1A-B7AE70B2E8FE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F63C700C-5749-4BA1-8128-78559312E825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EC81C305-3A69-4634-8A07-56F8272122AF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A14AAEDA-8F87-420D-A6BD-FF115C08EB7A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A1FA4EA0-701D-49A3-8962-1BD0CE6E9C0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E362A8AA-1110-4C1C-9922-60F7D43E82B0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BC8B72EE-335A-4030-B500-7E6FB4D24F18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10167348-D9AA-4440-8569-849A6B0F2C2D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A5616AB2-7A83-42C0-883C-FFA27D5468C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6A9CA073-4F0B-4787-B46D-7886261E945E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9AF901A3-1EC5-458F-A653-74CCEAE9A13D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D5E35A9-4BB5-48F3-AE34-E1BDD3343EB1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A9A549D5-A823-49C4-8C36-D074E6E039B9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6A767C47-7246-4B50-8E78-82766365754A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0AEE1DDC-07C3-4204-A3B1-BB7C77C0622B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5DA288D-BE35-46E8-AA86-9F28D8504DAB}"/>
                </a:ext>
              </a:extLst>
            </p:cNvPr>
            <p:cNvSpPr/>
            <p:nvPr userDrawn="1"/>
          </p:nvSpPr>
          <p:spPr>
            <a:xfrm>
              <a:off x="0" y="4043197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2557B54-30A3-4192-9D51-EE28AF522DE9}"/>
                </a:ext>
              </a:extLst>
            </p:cNvPr>
            <p:cNvSpPr/>
            <p:nvPr userDrawn="1"/>
          </p:nvSpPr>
          <p:spPr>
            <a:xfrm>
              <a:off x="0" y="2021358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2208FD0E-034D-4DF3-85D7-F0EBE2775B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632" y="-7753"/>
              <a:ext cx="4052352" cy="4040860"/>
            </a:xfrm>
            <a:prstGeom prst="line">
              <a:avLst/>
            </a:prstGeom>
            <a:ln w="5080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E20239FE-47D0-4B4F-8440-F859F368C141}"/>
                </a:ext>
              </a:extLst>
            </p:cNvPr>
            <p:cNvSpPr/>
            <p:nvPr userDrawn="1"/>
          </p:nvSpPr>
          <p:spPr>
            <a:xfrm>
              <a:off x="3903349" y="3869829"/>
              <a:ext cx="274320" cy="27432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A8925BB7-B630-981C-964B-37A5DCBEA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6165" y="635508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B4D24B0-E841-7B76-D133-06ABBAB6B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7357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7D011F5-A799-BEAA-9160-5743D58B45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3694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399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Pictu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660358"/>
            <a:ext cx="6594768" cy="5537284"/>
          </a:xfrm>
        </p:spPr>
        <p:txBody>
          <a:bodyPr anchor="ctr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 rot="10800000">
            <a:off x="1" y="761322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A1EA6F58-FA46-C921-5758-59234B148D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4069439" cy="4828833"/>
            <a:chOff x="0" y="0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>
              <a:spLocks/>
            </p:cNvSpPr>
            <p:nvPr userDrawn="1"/>
          </p:nvSpPr>
          <p:spPr>
            <a:xfrm rot="10800000" flipH="1">
              <a:off x="2026630" y="77643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 rot="10800000">
              <a:off x="0" y="76613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 rot="10800000">
              <a:off x="1351" y="0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039471" y="2798865"/>
              <a:ext cx="2029968" cy="2029968"/>
            </a:xfrm>
            <a:prstGeom prst="rect">
              <a:avLst/>
            </a:prstGeom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 rot="10800000">
              <a:off x="2029604" y="0"/>
              <a:ext cx="2029968" cy="7845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Picture 10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CD1CD1B2-7EBC-96B6-A02D-7972C27874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0800000">
              <a:off x="2035948" y="788197"/>
              <a:ext cx="2019299" cy="9994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06966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+ Picture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833694" y="544285"/>
            <a:ext cx="6594768" cy="3445329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829789" y="4130045"/>
            <a:ext cx="6594768" cy="195152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A24CB0-5164-75CE-ED27-EF876C19C6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2029167"/>
            <a:ext cx="4069439" cy="4828833"/>
            <a:chOff x="0" y="2029167"/>
            <a:chExt cx="4069439" cy="482883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6F989FA-6E7A-3A98-AF95-F2384308BD32}"/>
                </a:ext>
              </a:extLst>
            </p:cNvPr>
            <p:cNvSpPr/>
            <p:nvPr userDrawn="1"/>
          </p:nvSpPr>
          <p:spPr>
            <a:xfrm flipH="1">
              <a:off x="9867" y="4051601"/>
              <a:ext cx="2032942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23">
              <a:extLst>
                <a:ext uri="{FF2B5EF4-FFF2-40B4-BE49-F238E27FC236}">
                  <a16:creationId xmlns:a16="http://schemas.microsoft.com/office/drawing/2014/main" id="{F0BAC8B3-F184-675F-DC5F-C48CE69D7622}"/>
                </a:ext>
              </a:extLst>
            </p:cNvPr>
            <p:cNvSpPr/>
            <p:nvPr userDrawn="1"/>
          </p:nvSpPr>
          <p:spPr>
            <a:xfrm>
              <a:off x="2039471" y="4061896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B75A35-885A-CE38-4F65-95EF186B13D1}"/>
                </a:ext>
              </a:extLst>
            </p:cNvPr>
            <p:cNvSpPr/>
            <p:nvPr userDrawn="1"/>
          </p:nvSpPr>
          <p:spPr>
            <a:xfrm>
              <a:off x="2038120" y="6083058"/>
              <a:ext cx="2029968" cy="77494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Graphic 12">
              <a:extLst>
                <a:ext uri="{FF2B5EF4-FFF2-40B4-BE49-F238E27FC236}">
                  <a16:creationId xmlns:a16="http://schemas.microsoft.com/office/drawing/2014/main" id="{4B488086-4998-410C-FCC8-29CA6288A79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0" y="2029167"/>
              <a:ext cx="2029968" cy="2029968"/>
            </a:xfrm>
            <a:prstGeom prst="rect">
              <a:avLst/>
            </a:prstGeom>
          </p:spPr>
        </p:pic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27BDAED-0D36-04AE-1A0C-E36977943C38}"/>
                </a:ext>
              </a:extLst>
            </p:cNvPr>
            <p:cNvGrpSpPr/>
            <p:nvPr userDrawn="1"/>
          </p:nvGrpSpPr>
          <p:grpSpPr>
            <a:xfrm>
              <a:off x="110109" y="4130046"/>
              <a:ext cx="1920240" cy="1920240"/>
              <a:chOff x="5361924" y="7472790"/>
              <a:chExt cx="1828800" cy="1828800"/>
            </a:xfrm>
          </p:grpSpPr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CF3798F-8E8C-7928-8347-8BC5B07B29F9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A488BF7D-B7D9-249A-4EC2-8A1F6311D1BD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29" name="Group 28">
                    <a:extLst>
                      <a:ext uri="{FF2B5EF4-FFF2-40B4-BE49-F238E27FC236}">
                        <a16:creationId xmlns:a16="http://schemas.microsoft.com/office/drawing/2014/main" id="{C68EE8A4-53F3-EAAD-F43C-1F73C11BCE4C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806ABFB8-B814-19D4-3D47-A20F5AE8785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33" name="Group 32">
                        <a:extLst>
                          <a:ext uri="{FF2B5EF4-FFF2-40B4-BE49-F238E27FC236}">
                            <a16:creationId xmlns:a16="http://schemas.microsoft.com/office/drawing/2014/main" id="{992340A8-8A61-1791-D56D-37F56A662FE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35" name="Group 34">
                          <a:extLst>
                            <a:ext uri="{FF2B5EF4-FFF2-40B4-BE49-F238E27FC236}">
                              <a16:creationId xmlns:a16="http://schemas.microsoft.com/office/drawing/2014/main" id="{CD482B6F-4CF8-CEB3-7478-EB1A76DCF567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37" name="Group 36">
                            <a:extLst>
                              <a:ext uri="{FF2B5EF4-FFF2-40B4-BE49-F238E27FC236}">
                                <a16:creationId xmlns:a16="http://schemas.microsoft.com/office/drawing/2014/main" id="{48DB94FE-59B9-2EAD-D619-84D732CEACD3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39" name="Oval 38">
                              <a:extLst>
                                <a:ext uri="{FF2B5EF4-FFF2-40B4-BE49-F238E27FC236}">
                                  <a16:creationId xmlns:a16="http://schemas.microsoft.com/office/drawing/2014/main" id="{E9EB6EED-2663-2442-C484-EF27395DCEB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40" name="Oval 39">
                              <a:extLst>
                                <a:ext uri="{FF2B5EF4-FFF2-40B4-BE49-F238E27FC236}">
                                  <a16:creationId xmlns:a16="http://schemas.microsoft.com/office/drawing/2014/main" id="{E5978766-DE51-5FF5-41BE-B1007C37165E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38" name="Oval 37">
                            <a:extLst>
                              <a:ext uri="{FF2B5EF4-FFF2-40B4-BE49-F238E27FC236}">
                                <a16:creationId xmlns:a16="http://schemas.microsoft.com/office/drawing/2014/main" id="{749B68DA-C119-6301-085A-2E7F3F7E3CB1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36" name="Oval 35">
                          <a:extLst>
                            <a:ext uri="{FF2B5EF4-FFF2-40B4-BE49-F238E27FC236}">
                              <a16:creationId xmlns:a16="http://schemas.microsoft.com/office/drawing/2014/main" id="{D753957E-F4A5-E4CA-B8B3-F6AE73F159F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3C4F46AE-42C2-9E3D-D294-F9297389D110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32" name="Oval 31">
                      <a:extLst>
                        <a:ext uri="{FF2B5EF4-FFF2-40B4-BE49-F238E27FC236}">
                          <a16:creationId xmlns:a16="http://schemas.microsoft.com/office/drawing/2014/main" id="{42376F25-4466-0F15-CD2F-B821AC9CCE5C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BBC988D2-4FFC-612A-DD91-A41B6194EF6C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3690E8A-1D3D-3D5D-932E-D2A2CFE5BDAB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1AE08D7C-4190-C00C-19F0-BEC1F608B97A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7B3E9873-3672-0001-60F1-6068B67A6DF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4CD85BCE-3B9E-234C-4D1D-EC1A6A57D298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28" name="Oval 27">
                  <a:extLst>
                    <a:ext uri="{FF2B5EF4-FFF2-40B4-BE49-F238E27FC236}">
                      <a16:creationId xmlns:a16="http://schemas.microsoft.com/office/drawing/2014/main" id="{5CC66A2F-CBBE-220E-5ECB-528B8EE34F83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7B0A7FC-B497-31A6-1F93-414F96AF4C4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26879019-2911-2F60-CC5B-25D1BE752B8D}"/>
                </a:ext>
              </a:extLst>
            </p:cNvPr>
            <p:cNvSpPr/>
            <p:nvPr userDrawn="1"/>
          </p:nvSpPr>
          <p:spPr>
            <a:xfrm>
              <a:off x="9867" y="6073440"/>
              <a:ext cx="2029968" cy="78456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CCEA94B-F499-5FCA-D063-7FD71F10F95B}"/>
                </a:ext>
              </a:extLst>
            </p:cNvPr>
            <p:cNvSpPr/>
            <p:nvPr userDrawn="1"/>
          </p:nvSpPr>
          <p:spPr>
            <a:xfrm>
              <a:off x="9867" y="405160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63" name="Picture Placeholder 62">
            <a:extLst>
              <a:ext uri="{FF2B5EF4-FFF2-40B4-BE49-F238E27FC236}">
                <a16:creationId xmlns:a16="http://schemas.microsoft.com/office/drawing/2014/main" id="{A461CB72-9777-50F4-94EC-91A4EE864A4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-1"/>
            <a:ext cx="4076118" cy="6096678"/>
          </a:xfrm>
          <a:custGeom>
            <a:avLst/>
            <a:gdLst>
              <a:gd name="connsiteX0" fmla="*/ 0 w 4076118"/>
              <a:gd name="connsiteY0" fmla="*/ 0 h 6096678"/>
              <a:gd name="connsiteX1" fmla="*/ 4076118 w 4076118"/>
              <a:gd name="connsiteY1" fmla="*/ 0 h 6096678"/>
              <a:gd name="connsiteX2" fmla="*/ 4076118 w 4076118"/>
              <a:gd name="connsiteY2" fmla="*/ 2038351 h 6096678"/>
              <a:gd name="connsiteX3" fmla="*/ 4076118 w 4076118"/>
              <a:gd name="connsiteY3" fmla="*/ 2048256 h 6096678"/>
              <a:gd name="connsiteX4" fmla="*/ 4076118 w 4076118"/>
              <a:gd name="connsiteY4" fmla="*/ 6096678 h 6096678"/>
              <a:gd name="connsiteX5" fmla="*/ 27696 w 4076118"/>
              <a:gd name="connsiteY5" fmla="*/ 2048256 h 6096678"/>
              <a:gd name="connsiteX6" fmla="*/ 0 w 4076118"/>
              <a:gd name="connsiteY6" fmla="*/ 2048256 h 60966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76118" h="6096678">
                <a:moveTo>
                  <a:pt x="0" y="0"/>
                </a:moveTo>
                <a:lnTo>
                  <a:pt x="4076118" y="0"/>
                </a:lnTo>
                <a:lnTo>
                  <a:pt x="4076118" y="2038351"/>
                </a:lnTo>
                <a:lnTo>
                  <a:pt x="4076118" y="2048256"/>
                </a:lnTo>
                <a:lnTo>
                  <a:pt x="4076118" y="6096678"/>
                </a:lnTo>
                <a:lnTo>
                  <a:pt x="27696" y="2048256"/>
                </a:lnTo>
                <a:lnTo>
                  <a:pt x="0" y="204825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172356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1" y="896112"/>
            <a:ext cx="6589150" cy="1988706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EF03D4-C3B7-918C-FF43-0A9C106ACA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27476" y="-9144"/>
            <a:ext cx="4069095" cy="6867144"/>
            <a:chOff x="8127476" y="-9144"/>
            <a:chExt cx="4069095" cy="686714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FADCD25-4CC2-4A9A-B033-132F3DA6D2F5}"/>
                </a:ext>
              </a:extLst>
            </p:cNvPr>
            <p:cNvSpPr/>
            <p:nvPr userDrawn="1"/>
          </p:nvSpPr>
          <p:spPr>
            <a:xfrm>
              <a:off x="10162032" y="2014436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3" name="Rectangle 23">
              <a:extLst>
                <a:ext uri="{FF2B5EF4-FFF2-40B4-BE49-F238E27FC236}">
                  <a16:creationId xmlns:a16="http://schemas.microsoft.com/office/drawing/2014/main" id="{D2F68DA8-1D58-42B0-A2C9-046E92884BC1}"/>
                </a:ext>
              </a:extLst>
            </p:cNvPr>
            <p:cNvSpPr/>
            <p:nvPr userDrawn="1"/>
          </p:nvSpPr>
          <p:spPr>
            <a:xfrm rot="5400000">
              <a:off x="10160492" y="2024569"/>
              <a:ext cx="2029968" cy="2029968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DB232A4-4F4E-48E9-9E61-BE51F716635C}"/>
                </a:ext>
              </a:extLst>
            </p:cNvPr>
            <p:cNvSpPr/>
            <p:nvPr userDrawn="1"/>
          </p:nvSpPr>
          <p:spPr>
            <a:xfrm>
              <a:off x="10162032" y="0"/>
              <a:ext cx="2029968" cy="2029968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4CB66576-218C-4236-B125-DD7B03A7848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10162032" y="0"/>
              <a:ext cx="2029968" cy="2029968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557D1F3-8C55-47FE-B39A-86D30F8FFEA1}"/>
                </a:ext>
              </a:extLst>
            </p:cNvPr>
            <p:cNvSpPr/>
            <p:nvPr userDrawn="1"/>
          </p:nvSpPr>
          <p:spPr>
            <a:xfrm>
              <a:off x="8139364" y="-7084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F4EB6F2E-2621-4EB5-A04D-906FD08CED87}"/>
                </a:ext>
              </a:extLst>
            </p:cNvPr>
            <p:cNvSpPr/>
            <p:nvPr userDrawn="1"/>
          </p:nvSpPr>
          <p:spPr>
            <a:xfrm flipH="1">
              <a:off x="8127476" y="4807776"/>
              <a:ext cx="2032942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C28908-2548-441C-BE9D-8728E1FC84C0}"/>
                </a:ext>
              </a:extLst>
            </p:cNvPr>
            <p:cNvSpPr/>
            <p:nvPr userDrawn="1"/>
          </p:nvSpPr>
          <p:spPr>
            <a:xfrm>
              <a:off x="10160492" y="4041539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731DC170-FB16-45F8-B62C-DCAB2B9AC31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177272" y="5079562"/>
              <a:ext cx="2019299" cy="999451"/>
            </a:xfrm>
            <a:prstGeom prst="rect">
              <a:avLst/>
            </a:prstGeom>
          </p:spPr>
        </p:pic>
        <p:pic>
          <p:nvPicPr>
            <p:cNvPr id="36" name="Graphic 35">
              <a:extLst>
                <a:ext uri="{FF2B5EF4-FFF2-40B4-BE49-F238E27FC236}">
                  <a16:creationId xmlns:a16="http://schemas.microsoft.com/office/drawing/2014/main" id="{6529D2A7-ABB3-4E2D-88CA-F813997011F5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8139640" y="-9144"/>
              <a:ext cx="2029968" cy="2029968"/>
            </a:xfrm>
            <a:prstGeom prst="rect">
              <a:avLst/>
            </a:prstGeom>
          </p:spPr>
        </p:pic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DB6750E-735F-4906-8BCA-E0BD4F029617}"/>
                </a:ext>
              </a:extLst>
            </p:cNvPr>
            <p:cNvSpPr/>
            <p:nvPr userDrawn="1"/>
          </p:nvSpPr>
          <p:spPr>
            <a:xfrm>
              <a:off x="10158984" y="6016751"/>
              <a:ext cx="2029968" cy="84124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8" name="Graphic 37">
              <a:extLst>
                <a:ext uri="{FF2B5EF4-FFF2-40B4-BE49-F238E27FC236}">
                  <a16:creationId xmlns:a16="http://schemas.microsoft.com/office/drawing/2014/main" id="{051ECE99-ACA6-46AF-98D5-81FBD3F83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131156" y="4828032"/>
              <a:ext cx="2029968" cy="2029968"/>
            </a:xfrm>
            <a:prstGeom prst="rect">
              <a:avLst/>
            </a:prstGeom>
          </p:spPr>
        </p:pic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47BA4-24DF-47BE-BE28-02415C2A2D3C}"/>
                </a:ext>
              </a:extLst>
            </p:cNvPr>
            <p:cNvGrpSpPr/>
            <p:nvPr userDrawn="1"/>
          </p:nvGrpSpPr>
          <p:grpSpPr>
            <a:xfrm>
              <a:off x="8227718" y="2092719"/>
              <a:ext cx="1920240" cy="1920240"/>
              <a:chOff x="5361924" y="7472790"/>
              <a:chExt cx="1828800" cy="1828800"/>
            </a:xfrm>
          </p:grpSpPr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882CC485-8A14-4767-80E8-8FB0A9991D20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E119FAB2-4AF3-4EC9-98C6-E69760D02810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49" name="Group 48">
                    <a:extLst>
                      <a:ext uri="{FF2B5EF4-FFF2-40B4-BE49-F238E27FC236}">
                        <a16:creationId xmlns:a16="http://schemas.microsoft.com/office/drawing/2014/main" id="{E2A21525-E952-4F39-A9B2-2CA7C5B14B8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51" name="Group 50">
                      <a:extLst>
                        <a:ext uri="{FF2B5EF4-FFF2-40B4-BE49-F238E27FC236}">
                          <a16:creationId xmlns:a16="http://schemas.microsoft.com/office/drawing/2014/main" id="{53BFFD34-0142-4185-8790-1D792CB2F5DD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53" name="Group 52">
                        <a:extLst>
                          <a:ext uri="{FF2B5EF4-FFF2-40B4-BE49-F238E27FC236}">
                            <a16:creationId xmlns:a16="http://schemas.microsoft.com/office/drawing/2014/main" id="{00D3FC75-8C07-4B5B-A025-3CCC5DC458DA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55" name="Group 54">
                          <a:extLst>
                            <a:ext uri="{FF2B5EF4-FFF2-40B4-BE49-F238E27FC236}">
                              <a16:creationId xmlns:a16="http://schemas.microsoft.com/office/drawing/2014/main" id="{393D2F91-0E6A-4541-843C-1FC0CC2A024A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57" name="Group 56">
                            <a:extLst>
                              <a:ext uri="{FF2B5EF4-FFF2-40B4-BE49-F238E27FC236}">
                                <a16:creationId xmlns:a16="http://schemas.microsoft.com/office/drawing/2014/main" id="{7C9F80E2-6A88-44DC-B048-7178CAA61DA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59" name="Oval 58">
                              <a:extLst>
                                <a:ext uri="{FF2B5EF4-FFF2-40B4-BE49-F238E27FC236}">
                                  <a16:creationId xmlns:a16="http://schemas.microsoft.com/office/drawing/2014/main" id="{1D9D5420-70BE-477D-A17F-A86F19AD3FAC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60" name="Oval 59">
                              <a:extLst>
                                <a:ext uri="{FF2B5EF4-FFF2-40B4-BE49-F238E27FC236}">
                                  <a16:creationId xmlns:a16="http://schemas.microsoft.com/office/drawing/2014/main" id="{0BBACECF-9AE7-40B5-90D0-AE2CF1FBE0BD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58" name="Oval 57">
                            <a:extLst>
                              <a:ext uri="{FF2B5EF4-FFF2-40B4-BE49-F238E27FC236}">
                                <a16:creationId xmlns:a16="http://schemas.microsoft.com/office/drawing/2014/main" id="{1A76BEA0-888E-41CD-9B30-B128A39F781E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56" name="Oval 55">
                          <a:extLst>
                            <a:ext uri="{FF2B5EF4-FFF2-40B4-BE49-F238E27FC236}">
                              <a16:creationId xmlns:a16="http://schemas.microsoft.com/office/drawing/2014/main" id="{2EA36045-2F1D-402B-A951-B9957D5C145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54" name="Oval 53">
                        <a:extLst>
                          <a:ext uri="{FF2B5EF4-FFF2-40B4-BE49-F238E27FC236}">
                            <a16:creationId xmlns:a16="http://schemas.microsoft.com/office/drawing/2014/main" id="{AAF58CB3-363E-4156-8148-52E0B9CB634A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52" name="Oval 51">
                      <a:extLst>
                        <a:ext uri="{FF2B5EF4-FFF2-40B4-BE49-F238E27FC236}">
                          <a16:creationId xmlns:a16="http://schemas.microsoft.com/office/drawing/2014/main" id="{BDC4E05B-A602-483A-B19B-B907358D4629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50" name="Oval 49">
                    <a:extLst>
                      <a:ext uri="{FF2B5EF4-FFF2-40B4-BE49-F238E27FC236}">
                        <a16:creationId xmlns:a16="http://schemas.microsoft.com/office/drawing/2014/main" id="{55AC54D8-2C27-49A7-B1CE-C865E629499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C9753262-9BA1-4716-B4B5-AAFE232A72A2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5B2AD932-98DF-4DA1-B19E-E38A4DD270F0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DE13C879-BB42-4F2C-9413-A1322DE58809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28B4D2F2-9DD5-4B23-A2F2-7DBEE9E61F6C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C1A2F663-A8A7-4337-9C39-489B4C457111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1609761D-150A-4DE0-9604-CC3953C108D0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D1189D1C-85ED-4EF1-A384-7C4590ED50FD}"/>
                </a:ext>
              </a:extLst>
            </p:cNvPr>
            <p:cNvSpPr/>
            <p:nvPr userDrawn="1"/>
          </p:nvSpPr>
          <p:spPr>
            <a:xfrm>
              <a:off x="8138160" y="4045868"/>
              <a:ext cx="2029968" cy="8229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445306C5-E470-4A93-9C9F-5D066F760D16}"/>
                </a:ext>
              </a:extLst>
            </p:cNvPr>
            <p:cNvSpPr/>
            <p:nvPr userDrawn="1"/>
          </p:nvSpPr>
          <p:spPr>
            <a:xfrm>
              <a:off x="8138160" y="2029968"/>
              <a:ext cx="1014984" cy="201168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B31C374B-40F2-4B1E-A9D8-6E5C932FF170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8138160" y="2012062"/>
              <a:ext cx="3044952" cy="70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1C668341-39BE-4448-B29D-2594AE6D75C2}"/>
                </a:ext>
              </a:extLst>
            </p:cNvPr>
            <p:cNvSpPr/>
            <p:nvPr userDrawn="1"/>
          </p:nvSpPr>
          <p:spPr>
            <a:xfrm>
              <a:off x="11055096" y="1874902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67" name="Date Placeholder 3">
            <a:extLst>
              <a:ext uri="{FF2B5EF4-FFF2-40B4-BE49-F238E27FC236}">
                <a16:creationId xmlns:a16="http://schemas.microsoft.com/office/drawing/2014/main" id="{56895315-7883-40AA-AB6E-E7F8B77E5B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1295" y="6355080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8" name="Footer Placeholder 4">
            <a:extLst>
              <a:ext uri="{FF2B5EF4-FFF2-40B4-BE49-F238E27FC236}">
                <a16:creationId xmlns:a16="http://schemas.microsoft.com/office/drawing/2014/main" id="{0000A4E2-8200-4049-B783-2C99FBDBA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99886" y="635508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9" name="Slide Number Placeholder 5">
            <a:extLst>
              <a:ext uri="{FF2B5EF4-FFF2-40B4-BE49-F238E27FC236}">
                <a16:creationId xmlns:a16="http://schemas.microsoft.com/office/drawing/2014/main" id="{179E1CD1-EB8F-4E56-ADD5-06293A7A2E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4091" y="635508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3BB414F1-8F08-3A3B-45E3-9F44595164A1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62001" y="3058886"/>
            <a:ext cx="6597372" cy="3296194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ts val="2000"/>
              </a:lnSpc>
              <a:defRPr sz="1800">
                <a:solidFill>
                  <a:schemeClr val="bg1"/>
                </a:solidFill>
              </a:defRPr>
            </a:lvl2pPr>
            <a:lvl3pPr marL="914400">
              <a:lnSpc>
                <a:spcPts val="2000"/>
              </a:lnSpc>
              <a:defRPr sz="1800">
                <a:solidFill>
                  <a:schemeClr val="bg1"/>
                </a:solidFill>
              </a:defRPr>
            </a:lvl3pPr>
            <a:lvl4pPr marL="1371600">
              <a:lnSpc>
                <a:spcPts val="2000"/>
              </a:lnSpc>
              <a:defRPr sz="1800">
                <a:solidFill>
                  <a:schemeClr val="bg1"/>
                </a:solidFill>
              </a:defRPr>
            </a:lvl4pPr>
            <a:lvl5pPr marL="1828800">
              <a:lnSpc>
                <a:spcPts val="2000"/>
              </a:lnSpc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0696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  <p15:guide id="4" pos="5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F09F422-89F7-BDA7-7801-F364BA5D95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3045" y="-4303"/>
            <a:ext cx="7252590" cy="6862680"/>
            <a:chOff x="-3045" y="-4303"/>
            <a:chExt cx="7252590" cy="686268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D629CA98-D89C-4A69-9A55-8D6C17DCDDF0}"/>
                </a:ext>
              </a:extLst>
            </p:cNvPr>
            <p:cNvSpPr/>
            <p:nvPr userDrawn="1"/>
          </p:nvSpPr>
          <p:spPr>
            <a:xfrm>
              <a:off x="-1146" y="4775407"/>
              <a:ext cx="2029968" cy="2077527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8" name="Graphic 27">
              <a:extLst>
                <a:ext uri="{FF2B5EF4-FFF2-40B4-BE49-F238E27FC236}">
                  <a16:creationId xmlns:a16="http://schemas.microsoft.com/office/drawing/2014/main" id="{12C5F573-21FC-4A6F-B46F-5583E20C99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-3045" y="-4303"/>
              <a:ext cx="2029968" cy="2029968"/>
            </a:xfrm>
            <a:prstGeom prst="rect">
              <a:avLst/>
            </a:prstGeom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A65556A-38A5-4BA5-9A40-33F02F960B1E}"/>
                </a:ext>
              </a:extLst>
            </p:cNvPr>
            <p:cNvSpPr/>
            <p:nvPr userDrawn="1"/>
          </p:nvSpPr>
          <p:spPr>
            <a:xfrm>
              <a:off x="3757" y="2033993"/>
              <a:ext cx="2029968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37900790-71B8-45C8-9B6D-07E23CEA7632}"/>
                </a:ext>
              </a:extLst>
            </p:cNvPr>
            <p:cNvSpPr/>
            <p:nvPr userDrawn="1"/>
          </p:nvSpPr>
          <p:spPr>
            <a:xfrm>
              <a:off x="-218" y="4059798"/>
              <a:ext cx="2029968" cy="759567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28AC969-4FA2-44AD-A273-2A0B7839749F}"/>
                </a:ext>
              </a:extLst>
            </p:cNvPr>
            <p:cNvSpPr/>
            <p:nvPr userDrawn="1"/>
          </p:nvSpPr>
          <p:spPr>
            <a:xfrm>
              <a:off x="4071442" y="4058828"/>
              <a:ext cx="3178103" cy="2799549"/>
            </a:xfrm>
            <a:custGeom>
              <a:avLst/>
              <a:gdLst>
                <a:gd name="connsiteX0" fmla="*/ 0 w 2029968"/>
                <a:gd name="connsiteY0" fmla="*/ 0 h 2029968"/>
                <a:gd name="connsiteX1" fmla="*/ 2029968 w 2029968"/>
                <a:gd name="connsiteY1" fmla="*/ 0 h 2029968"/>
                <a:gd name="connsiteX2" fmla="*/ 2029968 w 2029968"/>
                <a:gd name="connsiteY2" fmla="*/ 2029968 h 2029968"/>
                <a:gd name="connsiteX3" fmla="*/ 0 w 2029968"/>
                <a:gd name="connsiteY3" fmla="*/ 2029968 h 2029968"/>
                <a:gd name="connsiteX4" fmla="*/ 0 w 2029968"/>
                <a:gd name="connsiteY4" fmla="*/ 0 h 2029968"/>
                <a:gd name="connsiteX0" fmla="*/ 0 w 2029968"/>
                <a:gd name="connsiteY0" fmla="*/ 0 h 2029968"/>
                <a:gd name="connsiteX1" fmla="*/ 2029968 w 2029968"/>
                <a:gd name="connsiteY1" fmla="*/ 2029968 h 2029968"/>
                <a:gd name="connsiteX2" fmla="*/ 0 w 2029968"/>
                <a:gd name="connsiteY2" fmla="*/ 2029968 h 2029968"/>
                <a:gd name="connsiteX3" fmla="*/ 0 w 2029968"/>
                <a:gd name="connsiteY3" fmla="*/ 0 h 20299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9968" h="2029968">
                  <a:moveTo>
                    <a:pt x="0" y="0"/>
                  </a:moveTo>
                  <a:lnTo>
                    <a:pt x="2029968" y="2029968"/>
                  </a:lnTo>
                  <a:lnTo>
                    <a:pt x="0" y="20299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91CB31D0-C621-4EF7-AE25-5C3BCD5882C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038053" y="2029625"/>
              <a:ext cx="2029878" cy="2023760"/>
            </a:xfrm>
            <a:prstGeom prst="rect">
              <a:avLst/>
            </a:prstGeom>
          </p:spPr>
        </p:pic>
        <p:pic>
          <p:nvPicPr>
            <p:cNvPr id="69" name="Graphic 68">
              <a:extLst>
                <a:ext uri="{FF2B5EF4-FFF2-40B4-BE49-F238E27FC236}">
                  <a16:creationId xmlns:a16="http://schemas.microsoft.com/office/drawing/2014/main" id="{B2CC2F02-F98F-4E69-AA01-CCF96A602E12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2034034" y="4055808"/>
              <a:ext cx="2029968" cy="2029968"/>
            </a:xfrm>
            <a:prstGeom prst="rect">
              <a:avLst/>
            </a:prstGeom>
          </p:spPr>
        </p:pic>
        <p:sp>
          <p:nvSpPr>
            <p:cNvPr id="8" name="Rectangle 9">
              <a:extLst>
                <a:ext uri="{FF2B5EF4-FFF2-40B4-BE49-F238E27FC236}">
                  <a16:creationId xmlns:a16="http://schemas.microsoft.com/office/drawing/2014/main" id="{FE05B395-CB62-452B-A84F-936AD8EDDA92}"/>
                </a:ext>
              </a:extLst>
            </p:cNvPr>
            <p:cNvSpPr/>
            <p:nvPr userDrawn="1"/>
          </p:nvSpPr>
          <p:spPr>
            <a:xfrm>
              <a:off x="2028568" y="4060579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3" name="Graphic 72">
              <a:extLst>
                <a:ext uri="{FF2B5EF4-FFF2-40B4-BE49-F238E27FC236}">
                  <a16:creationId xmlns:a16="http://schemas.microsoft.com/office/drawing/2014/main" id="{2622C30D-68C5-43FD-997F-CFD4DD72E1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5400000">
              <a:off x="2043950" y="4059923"/>
              <a:ext cx="2029968" cy="2029968"/>
            </a:xfrm>
            <a:prstGeom prst="rect">
              <a:avLst/>
            </a:prstGeom>
          </p:spPr>
        </p:pic>
        <p:pic>
          <p:nvPicPr>
            <p:cNvPr id="35" name="Picture 34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AC3CDBDC-6EB4-4B7D-A9F6-4CFA748349B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06" y="3062893"/>
              <a:ext cx="2019299" cy="999451"/>
            </a:xfrm>
            <a:prstGeom prst="rect">
              <a:avLst/>
            </a:prstGeom>
          </p:spPr>
        </p:pic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457344-691C-417A-9C29-5AD8ABC43E5A}"/>
                </a:ext>
              </a:extLst>
            </p:cNvPr>
            <p:cNvGrpSpPr/>
            <p:nvPr userDrawn="1"/>
          </p:nvGrpSpPr>
          <p:grpSpPr>
            <a:xfrm>
              <a:off x="4433" y="4836676"/>
              <a:ext cx="1965960" cy="1965960"/>
              <a:chOff x="5361924" y="7472790"/>
              <a:chExt cx="1828800" cy="1828800"/>
            </a:xfrm>
          </p:grpSpPr>
          <p:grpSp>
            <p:nvGrpSpPr>
              <p:cNvPr id="163" name="Group 162">
                <a:extLst>
                  <a:ext uri="{FF2B5EF4-FFF2-40B4-BE49-F238E27FC236}">
                    <a16:creationId xmlns:a16="http://schemas.microsoft.com/office/drawing/2014/main" id="{68DDC918-5A9B-4D14-98A4-9002D8520FD4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2366D07F-988F-459E-BBD3-15126F92902E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173" name="Group 172">
                    <a:extLst>
                      <a:ext uri="{FF2B5EF4-FFF2-40B4-BE49-F238E27FC236}">
                        <a16:creationId xmlns:a16="http://schemas.microsoft.com/office/drawing/2014/main" id="{6CCACE8C-699F-4B10-BA84-94167BA05CC5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176" name="Group 175">
                      <a:extLst>
                        <a:ext uri="{FF2B5EF4-FFF2-40B4-BE49-F238E27FC236}">
                          <a16:creationId xmlns:a16="http://schemas.microsoft.com/office/drawing/2014/main" id="{59F49E32-0B71-4676-8012-BA971DA2100F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178" name="Group 177">
                        <a:extLst>
                          <a:ext uri="{FF2B5EF4-FFF2-40B4-BE49-F238E27FC236}">
                            <a16:creationId xmlns:a16="http://schemas.microsoft.com/office/drawing/2014/main" id="{DF41FA5A-1504-4DC4-B514-00C377423E7C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180" name="Group 179">
                          <a:extLst>
                            <a:ext uri="{FF2B5EF4-FFF2-40B4-BE49-F238E27FC236}">
                              <a16:creationId xmlns:a16="http://schemas.microsoft.com/office/drawing/2014/main" id="{68B4610A-A91F-459F-A9C5-9FC624665516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182" name="Group 181">
                            <a:extLst>
                              <a:ext uri="{FF2B5EF4-FFF2-40B4-BE49-F238E27FC236}">
                                <a16:creationId xmlns:a16="http://schemas.microsoft.com/office/drawing/2014/main" id="{D794F6E3-A9E3-42A9-93AA-7B9E20AD922D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184" name="Oval 183">
                              <a:extLst>
                                <a:ext uri="{FF2B5EF4-FFF2-40B4-BE49-F238E27FC236}">
                                  <a16:creationId xmlns:a16="http://schemas.microsoft.com/office/drawing/2014/main" id="{90B634B0-4792-4A28-B92A-ACA35F17767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185" name="Oval 184">
                              <a:extLst>
                                <a:ext uri="{FF2B5EF4-FFF2-40B4-BE49-F238E27FC236}">
                                  <a16:creationId xmlns:a16="http://schemas.microsoft.com/office/drawing/2014/main" id="{1B466310-2C61-42F1-81EB-2B5BF01B2267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6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183" name="Oval 182">
                            <a:extLst>
                              <a:ext uri="{FF2B5EF4-FFF2-40B4-BE49-F238E27FC236}">
                                <a16:creationId xmlns:a16="http://schemas.microsoft.com/office/drawing/2014/main" id="{53A72A9A-79AE-4A89-8938-7A85E2248DE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6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181" name="Oval 180">
                          <a:extLst>
                            <a:ext uri="{FF2B5EF4-FFF2-40B4-BE49-F238E27FC236}">
                              <a16:creationId xmlns:a16="http://schemas.microsoft.com/office/drawing/2014/main" id="{02618DCD-5B83-4412-9D1A-968C246DCAC1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6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179" name="Oval 178">
                        <a:extLst>
                          <a:ext uri="{FF2B5EF4-FFF2-40B4-BE49-F238E27FC236}">
                            <a16:creationId xmlns:a16="http://schemas.microsoft.com/office/drawing/2014/main" id="{29B173F9-A6EA-4B31-B4C6-3C8DE08F2F11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6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177" name="Oval 176">
                      <a:extLst>
                        <a:ext uri="{FF2B5EF4-FFF2-40B4-BE49-F238E27FC236}">
                          <a16:creationId xmlns:a16="http://schemas.microsoft.com/office/drawing/2014/main" id="{466DB0E2-4B80-4A09-8BCA-9432E1E1DAE3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174" name="Oval 173">
                    <a:extLst>
                      <a:ext uri="{FF2B5EF4-FFF2-40B4-BE49-F238E27FC236}">
                        <a16:creationId xmlns:a16="http://schemas.microsoft.com/office/drawing/2014/main" id="{20D2F087-D77F-4913-922E-014FB9DEE63E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6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166" name="Oval 165">
                  <a:extLst>
                    <a:ext uri="{FF2B5EF4-FFF2-40B4-BE49-F238E27FC236}">
                      <a16:creationId xmlns:a16="http://schemas.microsoft.com/office/drawing/2014/main" id="{DD44EC19-A244-4489-9CB8-0361CFBFD02F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7" name="Oval 166">
                  <a:extLst>
                    <a:ext uri="{FF2B5EF4-FFF2-40B4-BE49-F238E27FC236}">
                      <a16:creationId xmlns:a16="http://schemas.microsoft.com/office/drawing/2014/main" id="{C5C029E7-6D6D-4D14-8D8E-E407011AF097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69" name="Oval 168">
                  <a:extLst>
                    <a:ext uri="{FF2B5EF4-FFF2-40B4-BE49-F238E27FC236}">
                      <a16:creationId xmlns:a16="http://schemas.microsoft.com/office/drawing/2014/main" id="{4A74D8A7-ACD3-40A3-918D-46DF99BF9F3E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1" name="Oval 170">
                  <a:extLst>
                    <a:ext uri="{FF2B5EF4-FFF2-40B4-BE49-F238E27FC236}">
                      <a16:creationId xmlns:a16="http://schemas.microsoft.com/office/drawing/2014/main" id="{9C994ED9-5124-452B-986B-4782056BCFB3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72" name="Oval 171">
                  <a:extLst>
                    <a:ext uri="{FF2B5EF4-FFF2-40B4-BE49-F238E27FC236}">
                      <a16:creationId xmlns:a16="http://schemas.microsoft.com/office/drawing/2014/main" id="{8ADCBFB4-9F0A-40FB-A585-2728254E0A7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64" name="Oval 163">
                <a:extLst>
                  <a:ext uri="{FF2B5EF4-FFF2-40B4-BE49-F238E27FC236}">
                    <a16:creationId xmlns:a16="http://schemas.microsoft.com/office/drawing/2014/main" id="{42E049E2-81A6-45F8-BA9F-DEA21400B1AD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5F20D6C-6085-4D3F-9186-6895908C97B9}"/>
                </a:ext>
              </a:extLst>
            </p:cNvPr>
            <p:cNvSpPr/>
            <p:nvPr userDrawn="1"/>
          </p:nvSpPr>
          <p:spPr>
            <a:xfrm rot="16200000">
              <a:off x="506891" y="5335524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C56BE23-DE49-4D55-A6A0-DFE2A870120D}"/>
                </a:ext>
              </a:extLst>
            </p:cNvPr>
            <p:cNvSpPr/>
            <p:nvPr userDrawn="1"/>
          </p:nvSpPr>
          <p:spPr>
            <a:xfrm>
              <a:off x="2028658" y="6089528"/>
              <a:ext cx="2049251" cy="76847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BCF3BD55-FF25-4CA9-8016-81AEB8AA43E8}"/>
                </a:ext>
              </a:extLst>
            </p:cNvPr>
            <p:cNvSpPr/>
            <p:nvPr userDrawn="1"/>
          </p:nvSpPr>
          <p:spPr>
            <a:xfrm>
              <a:off x="3838078" y="1859479"/>
              <a:ext cx="274320" cy="2743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DE09EA6C-7AC2-47BE-95B8-4D3412867BA5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1990665"/>
              <a:ext cx="4023360" cy="33894"/>
            </a:xfrm>
            <a:prstGeom prst="line">
              <a:avLst/>
            </a:prstGeom>
            <a:ln w="508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74771" y="576943"/>
            <a:ext cx="6449786" cy="2785508"/>
          </a:xfrm>
        </p:spPr>
        <p:txBody>
          <a:bodyPr anchor="b">
            <a:normAutofit/>
          </a:bodyPr>
          <a:lstStyle>
            <a:lvl1pPr algn="l">
              <a:defRPr sz="48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00591F-8CE8-B626-C81A-6C960B2BAE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974772" y="3373686"/>
            <a:ext cx="6449785" cy="1029586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92" name="Date Placeholder 3">
            <a:extLst>
              <a:ext uri="{FF2B5EF4-FFF2-40B4-BE49-F238E27FC236}">
                <a16:creationId xmlns:a16="http://schemas.microsoft.com/office/drawing/2014/main" id="{2837477B-3D20-4982-86AF-91100FE408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519821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193" name="Footer Placeholder 4">
            <a:extLst>
              <a:ext uri="{FF2B5EF4-FFF2-40B4-BE49-F238E27FC236}">
                <a16:creationId xmlns:a16="http://schemas.microsoft.com/office/drawing/2014/main" id="{B6E38A1E-AF37-4A09-9B69-65397A079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727198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194" name="Slide Number Placeholder 5">
            <a:extLst>
              <a:ext uri="{FF2B5EF4-FFF2-40B4-BE49-F238E27FC236}">
                <a16:creationId xmlns:a16="http://schemas.microsoft.com/office/drawing/2014/main" id="{FB77B535-C760-4E32-8A7E-BF9AD08BB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2847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70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5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1736" y="896112"/>
            <a:ext cx="9389288" cy="1362456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88DF45F-9FEA-47BE-AC15-52BE148E1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1239499" y="0"/>
            <a:ext cx="1015984" cy="6858000"/>
            <a:chOff x="11239499" y="0"/>
            <a:chExt cx="1015984" cy="6858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C51E8B0-FB58-4BB5-9CDA-4A1B4DBC5E90}"/>
                </a:ext>
              </a:extLst>
            </p:cNvPr>
            <p:cNvSpPr/>
            <p:nvPr userDrawn="1"/>
          </p:nvSpPr>
          <p:spPr>
            <a:xfrm>
              <a:off x="11240499" y="4828032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548A0B2-480B-4F04-B7B5-67A328B174D1}"/>
                </a:ext>
              </a:extLst>
            </p:cNvPr>
            <p:cNvSpPr/>
            <p:nvPr userDrawn="1"/>
          </p:nvSpPr>
          <p:spPr>
            <a:xfrm>
              <a:off x="11240499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F60A19E0-B2DF-4E35-AD7A-80B5C429C6C1}"/>
                </a:ext>
              </a:extLst>
            </p:cNvPr>
            <p:cNvSpPr/>
            <p:nvPr userDrawn="1"/>
          </p:nvSpPr>
          <p:spPr>
            <a:xfrm>
              <a:off x="11240499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2" name="Picture 11" descr="A black and white striped pattern&#10;&#10;Description automatically generated with low confidence">
              <a:extLst>
                <a:ext uri="{FF2B5EF4-FFF2-40B4-BE49-F238E27FC236}">
                  <a16:creationId xmlns:a16="http://schemas.microsoft.com/office/drawing/2014/main" id="{9C1C8F39-77F2-4753-A57A-2FD46715F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10777681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A6AF7B2-2B49-4313-AA4E-3FD77CF46A04}"/>
                </a:ext>
              </a:extLst>
            </p:cNvPr>
            <p:cNvSpPr/>
            <p:nvPr userDrawn="1"/>
          </p:nvSpPr>
          <p:spPr>
            <a:xfrm>
              <a:off x="11240499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6" name="Graphic 25">
              <a:extLst>
                <a:ext uri="{FF2B5EF4-FFF2-40B4-BE49-F238E27FC236}">
                  <a16:creationId xmlns:a16="http://schemas.microsoft.com/office/drawing/2014/main" id="{E9AA5A01-9E59-4C92-9634-32DB51F9182B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16200000">
              <a:off x="10880040" y="5394960"/>
              <a:ext cx="1828800" cy="914400"/>
            </a:xfrm>
            <a:prstGeom prst="rect">
              <a:avLst/>
            </a:prstGeom>
          </p:spPr>
        </p:pic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3A8643-F793-41FD-AA08-DC814719C40C}"/>
                </a:ext>
              </a:extLst>
            </p:cNvPr>
            <p:cNvSpPr/>
            <p:nvPr userDrawn="1"/>
          </p:nvSpPr>
          <p:spPr>
            <a:xfrm>
              <a:off x="11250235" y="4949368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31" name="Graphic 30">
              <a:extLst>
                <a:ext uri="{FF2B5EF4-FFF2-40B4-BE49-F238E27FC236}">
                  <a16:creationId xmlns:a16="http://schemas.microsoft.com/office/drawing/2014/main" id="{F50D01F0-AD27-490F-8044-37B2D9E23326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10793035" y="3391083"/>
              <a:ext cx="1828800" cy="914400"/>
            </a:xfrm>
            <a:prstGeom prst="rect">
              <a:avLst/>
            </a:prstGeom>
          </p:spPr>
        </p:pic>
      </p:grpSp>
      <p:sp>
        <p:nvSpPr>
          <p:cNvPr id="32" name="Date Placeholder 3">
            <a:extLst>
              <a:ext uri="{FF2B5EF4-FFF2-40B4-BE49-F238E27FC236}">
                <a16:creationId xmlns:a16="http://schemas.microsoft.com/office/drawing/2014/main" id="{417A4AF6-C906-4001-BDD2-33E11631858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1735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33" name="Footer Placeholder 4">
            <a:extLst>
              <a:ext uri="{FF2B5EF4-FFF2-40B4-BE49-F238E27FC236}">
                <a16:creationId xmlns:a16="http://schemas.microsoft.com/office/drawing/2014/main" id="{5D94E674-98A0-4C77-80E5-084E3946B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42448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36214990-C58C-4D62-9381-40A242460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B135D7B7-20E9-ADCF-4417-B443AF3112F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71734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D4468C5-0B68-8408-80C5-F8681CA98918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5645989" y="2590800"/>
            <a:ext cx="4515035" cy="3505200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Font typeface="Arial" panose="020B0604020202020204" pitchFamily="34" charset="0"/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88813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accent6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raphic 25">
            <a:extLst>
              <a:ext uri="{FF2B5EF4-FFF2-40B4-BE49-F238E27FC236}">
                <a16:creationId xmlns:a16="http://schemas.microsoft.com/office/drawing/2014/main" id="{E1BC9BFE-80C0-4DA9-92DB-070C41E412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8097646">
            <a:off x="403102" y="-983359"/>
            <a:ext cx="2029968" cy="2029968"/>
          </a:xfrm>
          <a:prstGeom prst="rect">
            <a:avLst/>
          </a:prstGeom>
        </p:spPr>
      </p:pic>
      <p:sp>
        <p:nvSpPr>
          <p:cNvPr id="8" name="Rectangle 23">
            <a:extLst>
              <a:ext uri="{FF2B5EF4-FFF2-40B4-BE49-F238E27FC236}">
                <a16:creationId xmlns:a16="http://schemas.microsoft.com/office/drawing/2014/main" id="{F5ED01E4-35BF-4165-86B2-E3BDFD91DE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08190">
            <a:off x="-1025089" y="458228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7E6DD28-C71B-4484-973A-D12A277300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8902533">
            <a:off x="407892" y="1900474"/>
            <a:ext cx="2029968" cy="2029968"/>
          </a:xfrm>
          <a:prstGeom prst="rect">
            <a:avLst/>
          </a:prstGeom>
        </p:spPr>
      </p:pic>
      <p:sp>
        <p:nvSpPr>
          <p:cNvPr id="11" name="Rectangle 23">
            <a:extLst>
              <a:ext uri="{FF2B5EF4-FFF2-40B4-BE49-F238E27FC236}">
                <a16:creationId xmlns:a16="http://schemas.microsoft.com/office/drawing/2014/main" id="{AB403917-256D-4254-A12F-F8BD19470C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900000">
            <a:off x="413443" y="1923515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EB06A536-5FCB-4761-9EFF-D54BE44B1F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2708786">
            <a:off x="-1021285" y="3355869"/>
            <a:ext cx="2029968" cy="202996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B73C61F-3D48-4791-8280-D98D2C01E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3489227">
            <a:off x="1859807" y="3357927"/>
            <a:ext cx="2029968" cy="2029968"/>
          </a:xfrm>
          <a:prstGeom prst="rect">
            <a:avLst/>
          </a:prstGeom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94213EEF-F759-4045-9F53-49C1B4ECED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7411" y="5806395"/>
            <a:ext cx="2870810" cy="1000774"/>
            <a:chOff x="-13699" y="5839164"/>
            <a:chExt cx="2862790" cy="1000774"/>
          </a:xfrm>
        </p:grpSpPr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2EA4D38A-6ACD-4296-B454-E5BD7EAC7990}"/>
                </a:ext>
              </a:extLst>
            </p:cNvPr>
            <p:cNvSpPr/>
            <p:nvPr userDrawn="1"/>
          </p:nvSpPr>
          <p:spPr>
            <a:xfrm>
              <a:off x="-13699" y="5839164"/>
              <a:ext cx="2862790" cy="28868"/>
            </a:xfrm>
            <a:custGeom>
              <a:avLst/>
              <a:gdLst>
                <a:gd name="connsiteX0" fmla="*/ 0 w 2862790"/>
                <a:gd name="connsiteY0" fmla="*/ 0 h 28868"/>
                <a:gd name="connsiteX1" fmla="*/ 2862790 w 2862790"/>
                <a:gd name="connsiteY1" fmla="*/ 0 h 28868"/>
                <a:gd name="connsiteX2" fmla="*/ 2833921 w 2862790"/>
                <a:gd name="connsiteY2" fmla="*/ 28868 h 28868"/>
                <a:gd name="connsiteX3" fmla="*/ 28868 w 2862790"/>
                <a:gd name="connsiteY3" fmla="*/ 28868 h 28868"/>
                <a:gd name="connsiteX4" fmla="*/ 0 w 286279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62790" h="28868">
                  <a:moveTo>
                    <a:pt x="0" y="0"/>
                  </a:moveTo>
                  <a:lnTo>
                    <a:pt x="2862790" y="0"/>
                  </a:lnTo>
                  <a:lnTo>
                    <a:pt x="2833921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4E32D04-F635-443B-B642-A509F0473CB5}"/>
                </a:ext>
              </a:extLst>
            </p:cNvPr>
            <p:cNvSpPr/>
            <p:nvPr userDrawn="1"/>
          </p:nvSpPr>
          <p:spPr>
            <a:xfrm>
              <a:off x="47246" y="5900109"/>
              <a:ext cx="2740900" cy="28868"/>
            </a:xfrm>
            <a:custGeom>
              <a:avLst/>
              <a:gdLst>
                <a:gd name="connsiteX0" fmla="*/ 0 w 2740900"/>
                <a:gd name="connsiteY0" fmla="*/ 0 h 28868"/>
                <a:gd name="connsiteX1" fmla="*/ 2740900 w 2740900"/>
                <a:gd name="connsiteY1" fmla="*/ 0 h 28868"/>
                <a:gd name="connsiteX2" fmla="*/ 2712032 w 2740900"/>
                <a:gd name="connsiteY2" fmla="*/ 28868 h 28868"/>
                <a:gd name="connsiteX3" fmla="*/ 28868 w 2740900"/>
                <a:gd name="connsiteY3" fmla="*/ 28868 h 28868"/>
                <a:gd name="connsiteX4" fmla="*/ 0 w 2740900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0900" h="28868">
                  <a:moveTo>
                    <a:pt x="0" y="0"/>
                  </a:moveTo>
                  <a:lnTo>
                    <a:pt x="2740900" y="0"/>
                  </a:lnTo>
                  <a:lnTo>
                    <a:pt x="2712032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C95F7659-0C0B-4798-8392-E6B36B62DEA4}"/>
                </a:ext>
              </a:extLst>
            </p:cNvPr>
            <p:cNvSpPr/>
            <p:nvPr userDrawn="1"/>
          </p:nvSpPr>
          <p:spPr>
            <a:xfrm>
              <a:off x="108992" y="5960251"/>
              <a:ext cx="2619012" cy="29671"/>
            </a:xfrm>
            <a:custGeom>
              <a:avLst/>
              <a:gdLst>
                <a:gd name="connsiteX0" fmla="*/ 0 w 2619012"/>
                <a:gd name="connsiteY0" fmla="*/ 0 h 29671"/>
                <a:gd name="connsiteX1" fmla="*/ 2619012 w 2619012"/>
                <a:gd name="connsiteY1" fmla="*/ 0 h 29671"/>
                <a:gd name="connsiteX2" fmla="*/ 2590143 w 2619012"/>
                <a:gd name="connsiteY2" fmla="*/ 28868 h 29671"/>
                <a:gd name="connsiteX3" fmla="*/ 28067 w 2619012"/>
                <a:gd name="connsiteY3" fmla="*/ 29671 h 29671"/>
                <a:gd name="connsiteX4" fmla="*/ 28869 w 2619012"/>
                <a:gd name="connsiteY4" fmla="*/ 28869 h 29671"/>
                <a:gd name="connsiteX5" fmla="*/ 0 w 2619012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19012" h="29671">
                  <a:moveTo>
                    <a:pt x="0" y="0"/>
                  </a:moveTo>
                  <a:lnTo>
                    <a:pt x="2619012" y="0"/>
                  </a:lnTo>
                  <a:lnTo>
                    <a:pt x="2590143" y="28868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ABB69ABA-A9D2-4649-A1AB-E12AA2D2C8E7}"/>
                </a:ext>
              </a:extLst>
            </p:cNvPr>
            <p:cNvSpPr/>
            <p:nvPr userDrawn="1"/>
          </p:nvSpPr>
          <p:spPr>
            <a:xfrm>
              <a:off x="169937" y="6021196"/>
              <a:ext cx="2497122" cy="29670"/>
            </a:xfrm>
            <a:custGeom>
              <a:avLst/>
              <a:gdLst>
                <a:gd name="connsiteX0" fmla="*/ 0 w 2497122"/>
                <a:gd name="connsiteY0" fmla="*/ 0 h 29670"/>
                <a:gd name="connsiteX1" fmla="*/ 2497122 w 2497122"/>
                <a:gd name="connsiteY1" fmla="*/ 0 h 29670"/>
                <a:gd name="connsiteX2" fmla="*/ 2468254 w 2497122"/>
                <a:gd name="connsiteY2" fmla="*/ 28868 h 29670"/>
                <a:gd name="connsiteX3" fmla="*/ 28066 w 2497122"/>
                <a:gd name="connsiteY3" fmla="*/ 29670 h 29670"/>
                <a:gd name="connsiteX4" fmla="*/ 28868 w 2497122"/>
                <a:gd name="connsiteY4" fmla="*/ 28868 h 29670"/>
                <a:gd name="connsiteX5" fmla="*/ 0 w 2497122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97122" h="29670">
                  <a:moveTo>
                    <a:pt x="0" y="0"/>
                  </a:moveTo>
                  <a:lnTo>
                    <a:pt x="2497122" y="0"/>
                  </a:lnTo>
                  <a:lnTo>
                    <a:pt x="2468254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8B88CE23-E34F-470C-8C56-46C08322365F}"/>
                </a:ext>
              </a:extLst>
            </p:cNvPr>
            <p:cNvSpPr/>
            <p:nvPr userDrawn="1"/>
          </p:nvSpPr>
          <p:spPr>
            <a:xfrm>
              <a:off x="229279" y="6082140"/>
              <a:ext cx="2376837" cy="28869"/>
            </a:xfrm>
            <a:custGeom>
              <a:avLst/>
              <a:gdLst>
                <a:gd name="connsiteX0" fmla="*/ 0 w 2376837"/>
                <a:gd name="connsiteY0" fmla="*/ 0 h 28869"/>
                <a:gd name="connsiteX1" fmla="*/ 2376837 w 2376837"/>
                <a:gd name="connsiteY1" fmla="*/ 0 h 28869"/>
                <a:gd name="connsiteX2" fmla="*/ 2347968 w 2376837"/>
                <a:gd name="connsiteY2" fmla="*/ 28868 h 28869"/>
                <a:gd name="connsiteX3" fmla="*/ 28868 w 2376837"/>
                <a:gd name="connsiteY3" fmla="*/ 28869 h 28869"/>
                <a:gd name="connsiteX4" fmla="*/ 0 w 2376837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76837" h="28869">
                  <a:moveTo>
                    <a:pt x="0" y="0"/>
                  </a:moveTo>
                  <a:lnTo>
                    <a:pt x="2376837" y="0"/>
                  </a:lnTo>
                  <a:lnTo>
                    <a:pt x="2347968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75BCEDE2-961E-42E0-AF9C-3D070C974007}"/>
                </a:ext>
              </a:extLst>
            </p:cNvPr>
            <p:cNvSpPr/>
            <p:nvPr userDrawn="1"/>
          </p:nvSpPr>
          <p:spPr>
            <a:xfrm>
              <a:off x="290222" y="6143085"/>
              <a:ext cx="2254948" cy="28868"/>
            </a:xfrm>
            <a:custGeom>
              <a:avLst/>
              <a:gdLst>
                <a:gd name="connsiteX0" fmla="*/ 0 w 2254948"/>
                <a:gd name="connsiteY0" fmla="*/ 0 h 28868"/>
                <a:gd name="connsiteX1" fmla="*/ 2254948 w 2254948"/>
                <a:gd name="connsiteY1" fmla="*/ 0 h 28868"/>
                <a:gd name="connsiteX2" fmla="*/ 2226080 w 2254948"/>
                <a:gd name="connsiteY2" fmla="*/ 28868 h 28868"/>
                <a:gd name="connsiteX3" fmla="*/ 28868 w 2254948"/>
                <a:gd name="connsiteY3" fmla="*/ 28868 h 28868"/>
                <a:gd name="connsiteX4" fmla="*/ 0 w 2254948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54948" h="28868">
                  <a:moveTo>
                    <a:pt x="0" y="0"/>
                  </a:moveTo>
                  <a:lnTo>
                    <a:pt x="2254948" y="0"/>
                  </a:lnTo>
                  <a:lnTo>
                    <a:pt x="2226080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FB930397-7A2A-4C50-9EC9-7E3107D065D2}"/>
                </a:ext>
              </a:extLst>
            </p:cNvPr>
            <p:cNvSpPr/>
            <p:nvPr userDrawn="1"/>
          </p:nvSpPr>
          <p:spPr>
            <a:xfrm>
              <a:off x="351970" y="6203227"/>
              <a:ext cx="2133059" cy="29671"/>
            </a:xfrm>
            <a:custGeom>
              <a:avLst/>
              <a:gdLst>
                <a:gd name="connsiteX0" fmla="*/ 2133059 w 2133059"/>
                <a:gd name="connsiteY0" fmla="*/ 0 h 29671"/>
                <a:gd name="connsiteX1" fmla="*/ 2104190 w 2133059"/>
                <a:gd name="connsiteY1" fmla="*/ 28869 h 29671"/>
                <a:gd name="connsiteX2" fmla="*/ 28066 w 2133059"/>
                <a:gd name="connsiteY2" fmla="*/ 29671 h 29671"/>
                <a:gd name="connsiteX3" fmla="*/ 28868 w 2133059"/>
                <a:gd name="connsiteY3" fmla="*/ 28869 h 29671"/>
                <a:gd name="connsiteX4" fmla="*/ 0 w 2133059"/>
                <a:gd name="connsiteY4" fmla="*/ 1 h 29671"/>
                <a:gd name="connsiteX5" fmla="*/ 2133059 w 2133059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133059" h="29671">
                  <a:moveTo>
                    <a:pt x="2133059" y="0"/>
                  </a:moveTo>
                  <a:lnTo>
                    <a:pt x="2104190" y="28869"/>
                  </a:lnTo>
                  <a:lnTo>
                    <a:pt x="28066" y="29671"/>
                  </a:lnTo>
                  <a:lnTo>
                    <a:pt x="28868" y="28869"/>
                  </a:lnTo>
                  <a:lnTo>
                    <a:pt x="0" y="1"/>
                  </a:lnTo>
                  <a:lnTo>
                    <a:pt x="2133059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8CA98174-D81B-4241-92F9-D0D2028FFEA9}"/>
                </a:ext>
              </a:extLst>
            </p:cNvPr>
            <p:cNvSpPr/>
            <p:nvPr userDrawn="1"/>
          </p:nvSpPr>
          <p:spPr>
            <a:xfrm>
              <a:off x="411310" y="6264172"/>
              <a:ext cx="2012774" cy="28868"/>
            </a:xfrm>
            <a:custGeom>
              <a:avLst/>
              <a:gdLst>
                <a:gd name="connsiteX0" fmla="*/ 0 w 2012774"/>
                <a:gd name="connsiteY0" fmla="*/ 0 h 28868"/>
                <a:gd name="connsiteX1" fmla="*/ 2012774 w 2012774"/>
                <a:gd name="connsiteY1" fmla="*/ 0 h 28868"/>
                <a:gd name="connsiteX2" fmla="*/ 1983905 w 2012774"/>
                <a:gd name="connsiteY2" fmla="*/ 28868 h 28868"/>
                <a:gd name="connsiteX3" fmla="*/ 28868 w 2012774"/>
                <a:gd name="connsiteY3" fmla="*/ 28868 h 28868"/>
                <a:gd name="connsiteX4" fmla="*/ 0 w 201277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2774" h="28868">
                  <a:moveTo>
                    <a:pt x="0" y="0"/>
                  </a:moveTo>
                  <a:lnTo>
                    <a:pt x="2012774" y="0"/>
                  </a:lnTo>
                  <a:lnTo>
                    <a:pt x="1983905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E4CE4FB8-5E60-4288-B2FA-CF9316ED449F}"/>
                </a:ext>
              </a:extLst>
            </p:cNvPr>
            <p:cNvSpPr/>
            <p:nvPr userDrawn="1"/>
          </p:nvSpPr>
          <p:spPr>
            <a:xfrm>
              <a:off x="472255" y="6325117"/>
              <a:ext cx="1890884" cy="28868"/>
            </a:xfrm>
            <a:custGeom>
              <a:avLst/>
              <a:gdLst>
                <a:gd name="connsiteX0" fmla="*/ 0 w 1890884"/>
                <a:gd name="connsiteY0" fmla="*/ 0 h 28868"/>
                <a:gd name="connsiteX1" fmla="*/ 1890884 w 1890884"/>
                <a:gd name="connsiteY1" fmla="*/ 0 h 28868"/>
                <a:gd name="connsiteX2" fmla="*/ 1862016 w 1890884"/>
                <a:gd name="connsiteY2" fmla="*/ 28868 h 28868"/>
                <a:gd name="connsiteX3" fmla="*/ 28868 w 1890884"/>
                <a:gd name="connsiteY3" fmla="*/ 28868 h 28868"/>
                <a:gd name="connsiteX4" fmla="*/ 0 w 1890884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90884" h="28868">
                  <a:moveTo>
                    <a:pt x="0" y="0"/>
                  </a:moveTo>
                  <a:lnTo>
                    <a:pt x="1890884" y="0"/>
                  </a:lnTo>
                  <a:lnTo>
                    <a:pt x="1862016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6F69FE5C-0AF0-42F6-A721-9E2244C967AA}"/>
                </a:ext>
              </a:extLst>
            </p:cNvPr>
            <p:cNvSpPr/>
            <p:nvPr userDrawn="1"/>
          </p:nvSpPr>
          <p:spPr>
            <a:xfrm>
              <a:off x="533199" y="6386061"/>
              <a:ext cx="1768996" cy="28869"/>
            </a:xfrm>
            <a:custGeom>
              <a:avLst/>
              <a:gdLst>
                <a:gd name="connsiteX0" fmla="*/ 0 w 1768996"/>
                <a:gd name="connsiteY0" fmla="*/ 0 h 28869"/>
                <a:gd name="connsiteX1" fmla="*/ 1768996 w 1768996"/>
                <a:gd name="connsiteY1" fmla="*/ 0 h 28869"/>
                <a:gd name="connsiteX2" fmla="*/ 1740128 w 1768996"/>
                <a:gd name="connsiteY2" fmla="*/ 28868 h 28869"/>
                <a:gd name="connsiteX3" fmla="*/ 28869 w 1768996"/>
                <a:gd name="connsiteY3" fmla="*/ 28869 h 28869"/>
                <a:gd name="connsiteX4" fmla="*/ 0 w 1768996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8996" h="28869">
                  <a:moveTo>
                    <a:pt x="0" y="0"/>
                  </a:moveTo>
                  <a:lnTo>
                    <a:pt x="1768996" y="0"/>
                  </a:lnTo>
                  <a:lnTo>
                    <a:pt x="1740128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E8311083-D41B-4770-B6A9-AFA83AAF2885}"/>
                </a:ext>
              </a:extLst>
            </p:cNvPr>
            <p:cNvSpPr/>
            <p:nvPr userDrawn="1"/>
          </p:nvSpPr>
          <p:spPr>
            <a:xfrm>
              <a:off x="594946" y="6446204"/>
              <a:ext cx="1647106" cy="29670"/>
            </a:xfrm>
            <a:custGeom>
              <a:avLst/>
              <a:gdLst>
                <a:gd name="connsiteX0" fmla="*/ 0 w 1647106"/>
                <a:gd name="connsiteY0" fmla="*/ 0 h 29670"/>
                <a:gd name="connsiteX1" fmla="*/ 1647106 w 1647106"/>
                <a:gd name="connsiteY1" fmla="*/ 0 h 29670"/>
                <a:gd name="connsiteX2" fmla="*/ 1618238 w 1647106"/>
                <a:gd name="connsiteY2" fmla="*/ 28868 h 29670"/>
                <a:gd name="connsiteX3" fmla="*/ 28066 w 1647106"/>
                <a:gd name="connsiteY3" fmla="*/ 29670 h 29670"/>
                <a:gd name="connsiteX4" fmla="*/ 28868 w 1647106"/>
                <a:gd name="connsiteY4" fmla="*/ 28868 h 29670"/>
                <a:gd name="connsiteX5" fmla="*/ 0 w 1647106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7106" h="29670">
                  <a:moveTo>
                    <a:pt x="0" y="0"/>
                  </a:moveTo>
                  <a:lnTo>
                    <a:pt x="1647106" y="0"/>
                  </a:lnTo>
                  <a:lnTo>
                    <a:pt x="1618238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730A62EE-9416-445D-B0B2-018F008614B8}"/>
                </a:ext>
              </a:extLst>
            </p:cNvPr>
            <p:cNvSpPr/>
            <p:nvPr userDrawn="1"/>
          </p:nvSpPr>
          <p:spPr>
            <a:xfrm>
              <a:off x="654287" y="6507148"/>
              <a:ext cx="1526821" cy="28869"/>
            </a:xfrm>
            <a:custGeom>
              <a:avLst/>
              <a:gdLst>
                <a:gd name="connsiteX0" fmla="*/ 0 w 1526821"/>
                <a:gd name="connsiteY0" fmla="*/ 0 h 28869"/>
                <a:gd name="connsiteX1" fmla="*/ 1526821 w 1526821"/>
                <a:gd name="connsiteY1" fmla="*/ 0 h 28869"/>
                <a:gd name="connsiteX2" fmla="*/ 1497952 w 1526821"/>
                <a:gd name="connsiteY2" fmla="*/ 28868 h 28869"/>
                <a:gd name="connsiteX3" fmla="*/ 28868 w 1526821"/>
                <a:gd name="connsiteY3" fmla="*/ 28869 h 28869"/>
                <a:gd name="connsiteX4" fmla="*/ 0 w 1526821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26821" h="28869">
                  <a:moveTo>
                    <a:pt x="0" y="0"/>
                  </a:moveTo>
                  <a:lnTo>
                    <a:pt x="1526821" y="0"/>
                  </a:lnTo>
                  <a:lnTo>
                    <a:pt x="1497952" y="28868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4A92E211-EBEF-4E62-97FD-46ECC42436DF}"/>
                </a:ext>
              </a:extLst>
            </p:cNvPr>
            <p:cNvSpPr/>
            <p:nvPr userDrawn="1"/>
          </p:nvSpPr>
          <p:spPr>
            <a:xfrm>
              <a:off x="715231" y="6568093"/>
              <a:ext cx="1404932" cy="28868"/>
            </a:xfrm>
            <a:custGeom>
              <a:avLst/>
              <a:gdLst>
                <a:gd name="connsiteX0" fmla="*/ 0 w 1404932"/>
                <a:gd name="connsiteY0" fmla="*/ 0 h 28868"/>
                <a:gd name="connsiteX1" fmla="*/ 1404932 w 1404932"/>
                <a:gd name="connsiteY1" fmla="*/ 0 h 28868"/>
                <a:gd name="connsiteX2" fmla="*/ 1376064 w 1404932"/>
                <a:gd name="connsiteY2" fmla="*/ 28868 h 28868"/>
                <a:gd name="connsiteX3" fmla="*/ 28868 w 1404932"/>
                <a:gd name="connsiteY3" fmla="*/ 28868 h 28868"/>
                <a:gd name="connsiteX4" fmla="*/ 0 w 1404932"/>
                <a:gd name="connsiteY4" fmla="*/ 0 h 288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4932" h="28868">
                  <a:moveTo>
                    <a:pt x="0" y="0"/>
                  </a:moveTo>
                  <a:lnTo>
                    <a:pt x="1404932" y="0"/>
                  </a:lnTo>
                  <a:lnTo>
                    <a:pt x="1376064" y="28868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CC8A63A1-564C-478A-B490-96E1C76014CC}"/>
                </a:ext>
              </a:extLst>
            </p:cNvPr>
            <p:cNvSpPr/>
            <p:nvPr userDrawn="1"/>
          </p:nvSpPr>
          <p:spPr>
            <a:xfrm>
              <a:off x="776977" y="6628235"/>
              <a:ext cx="1283044" cy="29671"/>
            </a:xfrm>
            <a:custGeom>
              <a:avLst/>
              <a:gdLst>
                <a:gd name="connsiteX0" fmla="*/ 1283044 w 1283044"/>
                <a:gd name="connsiteY0" fmla="*/ 0 h 29671"/>
                <a:gd name="connsiteX1" fmla="*/ 1254175 w 1283044"/>
                <a:gd name="connsiteY1" fmla="*/ 28869 h 29671"/>
                <a:gd name="connsiteX2" fmla="*/ 28067 w 1283044"/>
                <a:gd name="connsiteY2" fmla="*/ 29671 h 29671"/>
                <a:gd name="connsiteX3" fmla="*/ 28869 w 1283044"/>
                <a:gd name="connsiteY3" fmla="*/ 28869 h 29671"/>
                <a:gd name="connsiteX4" fmla="*/ 0 w 1283044"/>
                <a:gd name="connsiteY4" fmla="*/ 1 h 29671"/>
                <a:gd name="connsiteX5" fmla="*/ 1283044 w 1283044"/>
                <a:gd name="connsiteY5" fmla="*/ 0 h 29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3044" h="29671">
                  <a:moveTo>
                    <a:pt x="1283044" y="0"/>
                  </a:moveTo>
                  <a:lnTo>
                    <a:pt x="1254175" y="28869"/>
                  </a:lnTo>
                  <a:lnTo>
                    <a:pt x="28067" y="29671"/>
                  </a:lnTo>
                  <a:lnTo>
                    <a:pt x="28869" y="28869"/>
                  </a:lnTo>
                  <a:lnTo>
                    <a:pt x="0" y="1"/>
                  </a:lnTo>
                  <a:lnTo>
                    <a:pt x="1283044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4162FC41-462F-4E99-AACA-F5B9C804FB14}"/>
                </a:ext>
              </a:extLst>
            </p:cNvPr>
            <p:cNvSpPr/>
            <p:nvPr userDrawn="1"/>
          </p:nvSpPr>
          <p:spPr>
            <a:xfrm>
              <a:off x="837922" y="6689180"/>
              <a:ext cx="1161154" cy="29670"/>
            </a:xfrm>
            <a:custGeom>
              <a:avLst/>
              <a:gdLst>
                <a:gd name="connsiteX0" fmla="*/ 0 w 1161154"/>
                <a:gd name="connsiteY0" fmla="*/ 0 h 29670"/>
                <a:gd name="connsiteX1" fmla="*/ 1161154 w 1161154"/>
                <a:gd name="connsiteY1" fmla="*/ 0 h 29670"/>
                <a:gd name="connsiteX2" fmla="*/ 1132285 w 1161154"/>
                <a:gd name="connsiteY2" fmla="*/ 28868 h 29670"/>
                <a:gd name="connsiteX3" fmla="*/ 28066 w 1161154"/>
                <a:gd name="connsiteY3" fmla="*/ 29670 h 29670"/>
                <a:gd name="connsiteX4" fmla="*/ 28868 w 1161154"/>
                <a:gd name="connsiteY4" fmla="*/ 28868 h 29670"/>
                <a:gd name="connsiteX5" fmla="*/ 0 w 1161154"/>
                <a:gd name="connsiteY5" fmla="*/ 0 h 29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61154" h="29670">
                  <a:moveTo>
                    <a:pt x="0" y="0"/>
                  </a:moveTo>
                  <a:lnTo>
                    <a:pt x="1161154" y="0"/>
                  </a:lnTo>
                  <a:lnTo>
                    <a:pt x="1132285" y="28868"/>
                  </a:lnTo>
                  <a:lnTo>
                    <a:pt x="28066" y="29670"/>
                  </a:lnTo>
                  <a:lnTo>
                    <a:pt x="28868" y="288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1F9B61AC-B03D-4064-9DE6-9818F53F333C}"/>
                </a:ext>
              </a:extLst>
            </p:cNvPr>
            <p:cNvSpPr/>
            <p:nvPr userDrawn="1"/>
          </p:nvSpPr>
          <p:spPr>
            <a:xfrm>
              <a:off x="897263" y="6750124"/>
              <a:ext cx="1040868" cy="28869"/>
            </a:xfrm>
            <a:custGeom>
              <a:avLst/>
              <a:gdLst>
                <a:gd name="connsiteX0" fmla="*/ 0 w 1040868"/>
                <a:gd name="connsiteY0" fmla="*/ 0 h 28869"/>
                <a:gd name="connsiteX1" fmla="*/ 1040868 w 1040868"/>
                <a:gd name="connsiteY1" fmla="*/ 0 h 28869"/>
                <a:gd name="connsiteX2" fmla="*/ 1012000 w 1040868"/>
                <a:gd name="connsiteY2" fmla="*/ 28869 h 28869"/>
                <a:gd name="connsiteX3" fmla="*/ 28868 w 1040868"/>
                <a:gd name="connsiteY3" fmla="*/ 28869 h 28869"/>
                <a:gd name="connsiteX4" fmla="*/ 0 w 1040868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40868" h="28869">
                  <a:moveTo>
                    <a:pt x="0" y="0"/>
                  </a:moveTo>
                  <a:lnTo>
                    <a:pt x="1040868" y="0"/>
                  </a:lnTo>
                  <a:lnTo>
                    <a:pt x="1012000" y="28869"/>
                  </a:lnTo>
                  <a:lnTo>
                    <a:pt x="28868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C104BA00-790F-438D-AC93-117E23CF2099}"/>
                </a:ext>
              </a:extLst>
            </p:cNvPr>
            <p:cNvSpPr/>
            <p:nvPr userDrawn="1"/>
          </p:nvSpPr>
          <p:spPr>
            <a:xfrm>
              <a:off x="958207" y="6811069"/>
              <a:ext cx="918980" cy="28869"/>
            </a:xfrm>
            <a:custGeom>
              <a:avLst/>
              <a:gdLst>
                <a:gd name="connsiteX0" fmla="*/ 0 w 918980"/>
                <a:gd name="connsiteY0" fmla="*/ 0 h 28869"/>
                <a:gd name="connsiteX1" fmla="*/ 918980 w 918980"/>
                <a:gd name="connsiteY1" fmla="*/ 0 h 28869"/>
                <a:gd name="connsiteX2" fmla="*/ 890112 w 918980"/>
                <a:gd name="connsiteY2" fmla="*/ 28868 h 28869"/>
                <a:gd name="connsiteX3" fmla="*/ 28869 w 918980"/>
                <a:gd name="connsiteY3" fmla="*/ 28869 h 28869"/>
                <a:gd name="connsiteX4" fmla="*/ 0 w 918980"/>
                <a:gd name="connsiteY4" fmla="*/ 0 h 28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8980" h="28869">
                  <a:moveTo>
                    <a:pt x="0" y="0"/>
                  </a:moveTo>
                  <a:lnTo>
                    <a:pt x="918980" y="0"/>
                  </a:lnTo>
                  <a:lnTo>
                    <a:pt x="890112" y="28868"/>
                  </a:lnTo>
                  <a:lnTo>
                    <a:pt x="28869" y="288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</p:grpSp>
      <p:sp>
        <p:nvSpPr>
          <p:cNvPr id="101" name="Freeform: Shape 100">
            <a:extLst>
              <a:ext uri="{FF2B5EF4-FFF2-40B4-BE49-F238E27FC236}">
                <a16:creationId xmlns:a16="http://schemas.microsoft.com/office/drawing/2014/main" id="{788A3CD7-1915-41CF-9FB5-E6FEDCA8F1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793659" y="5801762"/>
            <a:ext cx="1075475" cy="1058335"/>
          </a:xfrm>
          <a:custGeom>
            <a:avLst/>
            <a:gdLst>
              <a:gd name="connsiteX0" fmla="*/ 1062720 w 1062720"/>
              <a:gd name="connsiteY0" fmla="*/ 0 h 1062720"/>
              <a:gd name="connsiteX1" fmla="*/ 1062720 w 1062720"/>
              <a:gd name="connsiteY1" fmla="*/ 1062720 h 1062720"/>
              <a:gd name="connsiteX2" fmla="*/ 0 w 1062720"/>
              <a:gd name="connsiteY2" fmla="*/ 1062720 h 1062720"/>
              <a:gd name="connsiteX3" fmla="*/ 1062720 w 1062720"/>
              <a:gd name="connsiteY3" fmla="*/ 0 h 1062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62720" h="1062720">
                <a:moveTo>
                  <a:pt x="1062720" y="0"/>
                </a:moveTo>
                <a:lnTo>
                  <a:pt x="1062720" y="1062720"/>
                </a:lnTo>
                <a:lnTo>
                  <a:pt x="0" y="1062720"/>
                </a:lnTo>
                <a:lnTo>
                  <a:pt x="106272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FEE07693-1822-40D4-88A4-0F663C787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5546" y="6829131"/>
            <a:ext cx="918980" cy="28869"/>
          </a:xfrm>
          <a:custGeom>
            <a:avLst/>
            <a:gdLst>
              <a:gd name="connsiteX0" fmla="*/ 0 w 918980"/>
              <a:gd name="connsiteY0" fmla="*/ 0 h 28869"/>
              <a:gd name="connsiteX1" fmla="*/ 918980 w 918980"/>
              <a:gd name="connsiteY1" fmla="*/ 0 h 28869"/>
              <a:gd name="connsiteX2" fmla="*/ 890112 w 918980"/>
              <a:gd name="connsiteY2" fmla="*/ 28868 h 28869"/>
              <a:gd name="connsiteX3" fmla="*/ 28869 w 918980"/>
              <a:gd name="connsiteY3" fmla="*/ 28869 h 28869"/>
              <a:gd name="connsiteX4" fmla="*/ 0 w 918980"/>
              <a:gd name="connsiteY4" fmla="*/ 0 h 28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8980" h="28869">
                <a:moveTo>
                  <a:pt x="0" y="0"/>
                </a:moveTo>
                <a:lnTo>
                  <a:pt x="918980" y="0"/>
                </a:lnTo>
                <a:lnTo>
                  <a:pt x="890112" y="28868"/>
                </a:lnTo>
                <a:lnTo>
                  <a:pt x="28869" y="2886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142DAF-BE54-C239-5685-89D55E027E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0440" y="896111"/>
            <a:ext cx="7889768" cy="2039341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A2EBD71-EB16-773C-A6CB-C6E1259AE70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3520440" y="3259056"/>
            <a:ext cx="2994660" cy="3006531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/>
            </a:lvl1pPr>
            <a:lvl2pPr>
              <a:lnSpc>
                <a:spcPts val="2000"/>
              </a:lnSpc>
              <a:defRPr sz="1800"/>
            </a:lvl2pPr>
            <a:lvl3pPr>
              <a:lnSpc>
                <a:spcPts val="2000"/>
              </a:lnSpc>
              <a:defRPr sz="1800"/>
            </a:lvl3pPr>
            <a:lvl4pPr>
              <a:lnSpc>
                <a:spcPts val="2000"/>
              </a:lnSpc>
              <a:defRPr sz="1800"/>
            </a:lvl4pPr>
            <a:lvl5pPr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6944BE1-9937-7EA2-AA56-336B8D5CAA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826432" y="3253740"/>
            <a:ext cx="4580088" cy="3006531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buNone/>
              <a:defRPr sz="1800"/>
            </a:lvl1pPr>
            <a:lvl2pPr marL="457200">
              <a:lnSpc>
                <a:spcPts val="2000"/>
              </a:lnSpc>
              <a:defRPr sz="1800"/>
            </a:lvl2pPr>
            <a:lvl3pPr marL="914400">
              <a:lnSpc>
                <a:spcPts val="2000"/>
              </a:lnSpc>
              <a:defRPr sz="1800"/>
            </a:lvl3pPr>
            <a:lvl4pPr marL="1371600">
              <a:lnSpc>
                <a:spcPts val="2000"/>
              </a:lnSpc>
              <a:defRPr sz="1800"/>
            </a:lvl4pPr>
            <a:lvl5pPr marL="1828800">
              <a:lnSpc>
                <a:spcPts val="2000"/>
              </a:lnSpc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9" name="Date Placeholder 3">
            <a:extLst>
              <a:ext uri="{FF2B5EF4-FFF2-40B4-BE49-F238E27FC236}">
                <a16:creationId xmlns:a16="http://schemas.microsoft.com/office/drawing/2014/main" id="{5A56B3AA-5CA2-4004-8F95-11FD7B895D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52372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210" name="Footer Placeholder 4">
            <a:extLst>
              <a:ext uri="{FF2B5EF4-FFF2-40B4-BE49-F238E27FC236}">
                <a16:creationId xmlns:a16="http://schemas.microsoft.com/office/drawing/2014/main" id="{07D92F37-472D-4CCB-AA97-FA42E5607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2161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211" name="Slide Number Placeholder 5">
            <a:extLst>
              <a:ext uri="{FF2B5EF4-FFF2-40B4-BE49-F238E27FC236}">
                <a16:creationId xmlns:a16="http://schemas.microsoft.com/office/drawing/2014/main" id="{C0E89FFF-230F-4CBA-A6BC-D887B3FFA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49320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5145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Pictu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07877" y="898524"/>
            <a:ext cx="7606895" cy="2029967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01CF25F4-1889-5FE4-9BE0-413C509639D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11337" y="9212"/>
            <a:ext cx="2029967" cy="4850544"/>
          </a:xfrm>
          <a:custGeom>
            <a:avLst/>
            <a:gdLst>
              <a:gd name="connsiteX0" fmla="*/ 0 w 2029967"/>
              <a:gd name="connsiteY0" fmla="*/ 0 h 4850544"/>
              <a:gd name="connsiteX1" fmla="*/ 2029967 w 2029967"/>
              <a:gd name="connsiteY1" fmla="*/ 0 h 4850544"/>
              <a:gd name="connsiteX2" fmla="*/ 2029967 w 2029967"/>
              <a:gd name="connsiteY2" fmla="*/ 4850544 h 4850544"/>
              <a:gd name="connsiteX3" fmla="*/ 2025599 w 2029967"/>
              <a:gd name="connsiteY3" fmla="*/ 4850544 h 4850544"/>
              <a:gd name="connsiteX4" fmla="*/ 2 w 2029967"/>
              <a:gd name="connsiteY4" fmla="*/ 2824947 h 4850544"/>
              <a:gd name="connsiteX5" fmla="*/ 2 w 2029967"/>
              <a:gd name="connsiteY5" fmla="*/ 4850544 h 4850544"/>
              <a:gd name="connsiteX6" fmla="*/ 0 w 2029967"/>
              <a:gd name="connsiteY6" fmla="*/ 4850544 h 4850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9967" h="4850544">
                <a:moveTo>
                  <a:pt x="0" y="0"/>
                </a:moveTo>
                <a:lnTo>
                  <a:pt x="2029967" y="0"/>
                </a:lnTo>
                <a:lnTo>
                  <a:pt x="2029967" y="4850544"/>
                </a:lnTo>
                <a:lnTo>
                  <a:pt x="2025599" y="4850544"/>
                </a:lnTo>
                <a:lnTo>
                  <a:pt x="2" y="2824947"/>
                </a:lnTo>
                <a:lnTo>
                  <a:pt x="2" y="4850544"/>
                </a:lnTo>
                <a:lnTo>
                  <a:pt x="0" y="4850544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CC28908-2548-441C-BE9D-8728E1FC8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4863266"/>
            <a:ext cx="2029968" cy="200489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731DC170-FB16-45F8-B62C-DCAB2B9AC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338" y="5865203"/>
            <a:ext cx="2019299" cy="999451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DE2E4A5-BFB0-8F89-C606-A1581EB9FC6E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3803953" y="3259138"/>
            <a:ext cx="7615274" cy="2978150"/>
          </a:xfrm>
        </p:spPr>
        <p:txBody>
          <a:bodyPr>
            <a:normAutofit/>
          </a:bodyPr>
          <a:lstStyle>
            <a:lvl1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800">
                <a:solidFill>
                  <a:schemeClr val="tx2"/>
                </a:solidFill>
              </a:defRPr>
            </a:lvl1pPr>
            <a:lvl2pPr marL="685800">
              <a:lnSpc>
                <a:spcPts val="2000"/>
              </a:lnSpc>
              <a:defRPr sz="1800">
                <a:solidFill>
                  <a:schemeClr val="tx2"/>
                </a:solidFill>
              </a:defRPr>
            </a:lvl2pPr>
            <a:lvl3pPr marL="1143000">
              <a:lnSpc>
                <a:spcPts val="2000"/>
              </a:lnSpc>
              <a:defRPr sz="1800">
                <a:solidFill>
                  <a:schemeClr val="tx2"/>
                </a:solidFill>
              </a:defRPr>
            </a:lvl3pPr>
            <a:lvl4pPr marL="1600200">
              <a:lnSpc>
                <a:spcPts val="2000"/>
              </a:lnSpc>
              <a:defRPr sz="1800">
                <a:solidFill>
                  <a:schemeClr val="tx2"/>
                </a:solidFill>
              </a:defRPr>
            </a:lvl4pPr>
            <a:lvl5pPr marL="2057400">
              <a:lnSpc>
                <a:spcPts val="2000"/>
              </a:lnSpc>
              <a:defRPr sz="18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9" name="Date Placeholder 3">
            <a:extLst>
              <a:ext uri="{FF2B5EF4-FFF2-40B4-BE49-F238E27FC236}">
                <a16:creationId xmlns:a16="http://schemas.microsoft.com/office/drawing/2014/main" id="{E2B0C6B8-E2CB-460E-BBC8-AC4339C89D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80395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70" name="Footer Placeholder 4">
            <a:extLst>
              <a:ext uri="{FF2B5EF4-FFF2-40B4-BE49-F238E27FC236}">
                <a16:creationId xmlns:a16="http://schemas.microsoft.com/office/drawing/2014/main" id="{433844D3-0FDA-4C97-9B21-5021A38E4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88630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71" name="Slide Number Placeholder 5">
            <a:extLst>
              <a:ext uri="{FF2B5EF4-FFF2-40B4-BE49-F238E27FC236}">
                <a16:creationId xmlns:a16="http://schemas.microsoft.com/office/drawing/2014/main" id="{EC059538-F80F-46C9-80EB-AC9B56DD0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2027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78F81CD-65D4-6CA1-E2C2-34DF58B566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000" y="0"/>
            <a:ext cx="1015984" cy="6858000"/>
            <a:chOff x="-1000" y="0"/>
            <a:chExt cx="1015984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419657A-6BE9-88F7-BE4C-6BF3C13F7E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BB2BB8E-26BE-8FBF-1C62-4F4285819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864BEFA-BF82-8BAF-1977-518DCAB0F3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4C6E7FC-E03B-5EE2-7126-8CC1FBCB9D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-462818" y="552957"/>
              <a:ext cx="1828800" cy="905164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59957EF-0F68-275E-1FFC-87388D7174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CECEEA3-55C1-1632-4F14-7E57A8026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00582" y="2932749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A6290E86-B21F-0C88-099F-07B046CA1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5400000">
              <a:off x="-457200" y="5380762"/>
              <a:ext cx="1828800" cy="914400"/>
            </a:xfrm>
            <a:prstGeom prst="rect">
              <a:avLst/>
            </a:prstGeom>
          </p:spPr>
        </p:pic>
      </p:grpSp>
      <p:sp>
        <p:nvSpPr>
          <p:cNvPr id="26" name="Rectangle 23">
            <a:extLst>
              <a:ext uri="{FF2B5EF4-FFF2-40B4-BE49-F238E27FC236}">
                <a16:creationId xmlns:a16="http://schemas.microsoft.com/office/drawing/2014/main" id="{E489F066-AA0F-D3C7-739B-15808100E7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11339" y="2834159"/>
            <a:ext cx="2029968" cy="2029968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550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52" userDrawn="1">
          <p15:clr>
            <a:srgbClr val="FBAE40"/>
          </p15:clr>
        </p15:guide>
        <p15:guide id="2" pos="7104" userDrawn="1">
          <p15:clr>
            <a:srgbClr val="FBAE40"/>
          </p15:clr>
        </p15:guide>
        <p15:guide id="3" pos="7392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896112"/>
            <a:ext cx="10668000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0FC509-0D49-9500-59C9-DAE0A699FB0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2000" y="2417197"/>
            <a:ext cx="4278313" cy="3737541"/>
          </a:xfr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lang="en-US" sz="1800" smtClean="0"/>
            </a:lvl1pPr>
            <a:lvl2pPr>
              <a:spcBef>
                <a:spcPts val="0"/>
              </a:spcBef>
              <a:spcAft>
                <a:spcPts val="1200"/>
              </a:spcAft>
              <a:defRPr lang="en-US" sz="1800" smtClean="0"/>
            </a:lvl2pPr>
            <a:lvl3pPr>
              <a:spcBef>
                <a:spcPts val="0"/>
              </a:spcBef>
              <a:spcAft>
                <a:spcPts val="1200"/>
              </a:spcAft>
              <a:defRPr lang="en-US" sz="1800" smtClean="0"/>
            </a:lvl3pPr>
            <a:lvl4pPr>
              <a:spcBef>
                <a:spcPts val="0"/>
              </a:spcBef>
              <a:spcAft>
                <a:spcPts val="1200"/>
              </a:spcAft>
              <a:defRPr lang="en-US" sz="1800" smtClean="0"/>
            </a:lvl4pPr>
            <a:lvl5pPr>
              <a:spcBef>
                <a:spcPts val="0"/>
              </a:spcBef>
              <a:spcAft>
                <a:spcPts val="1200"/>
              </a:spcAft>
              <a:defRPr lang="en-US" sz="1800"/>
            </a:lvl5pPr>
          </a:lstStyle>
          <a:p>
            <a:pPr lvl="0"/>
            <a:r>
              <a:rPr lang="en-US" dirty="0"/>
              <a:t>Click to add text </a:t>
            </a:r>
          </a:p>
          <a:p>
            <a:pPr marL="685800" lvl="1" indent="-228600"/>
            <a:r>
              <a:rPr lang="en-US" dirty="0"/>
              <a:t>Second level</a:t>
            </a:r>
          </a:p>
          <a:p>
            <a:pPr marL="1143000" lvl="2" indent="-228600"/>
            <a:r>
              <a:rPr lang="en-US" dirty="0"/>
              <a:t>Third level</a:t>
            </a:r>
          </a:p>
          <a:p>
            <a:pPr marL="1600200" lvl="3" indent="-228600"/>
            <a:r>
              <a:rPr lang="en-US" dirty="0"/>
              <a:t>Fourth level</a:t>
            </a:r>
          </a:p>
          <a:p>
            <a:pPr marL="2057400" lvl="4" indent="-228600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7113F543-A373-5951-EBF3-7E283EE52F0B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241471" y="2417763"/>
            <a:ext cx="6188529" cy="3736975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7D4C80AE-01F3-AAB6-99EF-DB1B5934CFD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0241B24-8629-6BC2-C72F-A156F06249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7FBBF9-1C14-3371-F0AC-507FFCAB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18906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CA106-0FC3-4FE9-9338-4AC3D15608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2574" y="896111"/>
            <a:ext cx="9866540" cy="1358140"/>
          </a:xfrm>
        </p:spPr>
        <p:txBody>
          <a:bodyPr anchor="t" anchorCtr="0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9F1898E-3E74-4E43-A202-1A664022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014984" cy="6858000"/>
            <a:chOff x="0" y="0"/>
            <a:chExt cx="1014984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14776F7-F8A5-4235-8C8D-17F0E4F45B03}"/>
                </a:ext>
              </a:extLst>
            </p:cNvPr>
            <p:cNvSpPr/>
            <p:nvPr userDrawn="1"/>
          </p:nvSpPr>
          <p:spPr>
            <a:xfrm>
              <a:off x="0" y="4828032"/>
              <a:ext cx="1014984" cy="202996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F301899-34C1-47B4-B5CD-F77BA341C0F9}"/>
                </a:ext>
              </a:extLst>
            </p:cNvPr>
            <p:cNvSpPr/>
            <p:nvPr userDrawn="1"/>
          </p:nvSpPr>
          <p:spPr>
            <a:xfrm>
              <a:off x="0" y="2833299"/>
              <a:ext cx="1014984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A66E9363-03B7-439D-8B5E-0665E48F046E}"/>
                </a:ext>
              </a:extLst>
            </p:cNvPr>
            <p:cNvSpPr/>
            <p:nvPr userDrawn="1"/>
          </p:nvSpPr>
          <p:spPr>
            <a:xfrm>
              <a:off x="0" y="0"/>
              <a:ext cx="1014984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432F5F5-1688-44BD-B071-A62C04824FB8}"/>
                </a:ext>
              </a:extLst>
            </p:cNvPr>
            <p:cNvSpPr/>
            <p:nvPr userDrawn="1"/>
          </p:nvSpPr>
          <p:spPr>
            <a:xfrm>
              <a:off x="0" y="2029863"/>
              <a:ext cx="1014984" cy="81295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689FF8F5-F7B8-46B0-BB03-FE972A6832E7}"/>
                </a:ext>
              </a:extLst>
            </p:cNvPr>
            <p:cNvSpPr/>
            <p:nvPr userDrawn="1"/>
          </p:nvSpPr>
          <p:spPr>
            <a:xfrm rot="10800000">
              <a:off x="100582" y="2936725"/>
              <a:ext cx="914400" cy="1828800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31EB8EE7-3843-4CA8-879D-5D985DAA0D1C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5400000">
              <a:off x="-457200" y="5416459"/>
              <a:ext cx="1828800" cy="914400"/>
            </a:xfrm>
            <a:prstGeom prst="rect">
              <a:avLst/>
            </a:prstGeom>
          </p:spPr>
        </p:pic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5FF0EEFD-0038-4A2F-AD3B-01A98EFF5C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-457200" y="563329"/>
              <a:ext cx="1828800" cy="914400"/>
            </a:xfrm>
            <a:prstGeom prst="rect">
              <a:avLst/>
            </a:prstGeom>
          </p:spPr>
        </p:pic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50232-76AA-C9E3-F846-8DB1B44E5AF3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552575" y="2481940"/>
            <a:ext cx="6477952" cy="363583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</a:defRPr>
            </a:lvl1pPr>
            <a:lvl2pPr marL="4572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2pPr>
            <a:lvl3pPr marL="9144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3pPr>
            <a:lvl4pPr marL="13716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4pPr>
            <a:lvl5pPr marL="1828800">
              <a:lnSpc>
                <a:spcPct val="100000"/>
              </a:lnSpc>
              <a:spcAft>
                <a:spcPts val="600"/>
              </a:spcAft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7A04978-5D2C-BBF1-9C05-C527176190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72723" y="2481940"/>
            <a:ext cx="3046391" cy="3759200"/>
          </a:xfrm>
        </p:spPr>
        <p:txBody>
          <a:bodyPr>
            <a:normAutofit/>
          </a:bodyPr>
          <a:lstStyle>
            <a:lvl1pPr marL="342900" indent="-342900">
              <a:spcAft>
                <a:spcPts val="600"/>
              </a:spcAft>
              <a:buFont typeface="+mj-lt"/>
              <a:buAutoNum type="arabicPeriod"/>
              <a:defRPr sz="1800">
                <a:solidFill>
                  <a:schemeClr val="bg1"/>
                </a:solidFill>
              </a:defRPr>
            </a:lvl1pPr>
            <a:lvl2pPr marL="800100" indent="-342900">
              <a:spcAft>
                <a:spcPts val="600"/>
              </a:spcAft>
              <a:buFont typeface="+mj-lt"/>
              <a:buAutoNum type="alphaLcPeriod"/>
              <a:defRPr sz="1800">
                <a:solidFill>
                  <a:schemeClr val="bg1"/>
                </a:solidFill>
              </a:defRPr>
            </a:lvl2pPr>
            <a:lvl3pPr marL="1257300" indent="-342900">
              <a:spcAft>
                <a:spcPts val="600"/>
              </a:spcAft>
              <a:buFont typeface="+mj-lt"/>
              <a:buAutoNum type="arabicParenR"/>
              <a:defRPr sz="1800">
                <a:solidFill>
                  <a:schemeClr val="bg1"/>
                </a:solidFill>
              </a:defRPr>
            </a:lvl3pPr>
            <a:lvl4pPr marL="1714500" indent="-342900">
              <a:spcAft>
                <a:spcPts val="600"/>
              </a:spcAft>
              <a:buFont typeface="+mj-lt"/>
              <a:buAutoNum type="alphaLcParenR"/>
              <a:defRPr sz="1800">
                <a:solidFill>
                  <a:schemeClr val="bg1"/>
                </a:solidFill>
              </a:defRPr>
            </a:lvl4pPr>
            <a:lvl5pPr marL="2171700" indent="-342900">
              <a:spcAft>
                <a:spcPts val="600"/>
              </a:spcAft>
              <a:buFont typeface="+mj-lt"/>
              <a:buAutoNum type="romanLcPeriod"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3" name="Date Placeholder 3">
            <a:extLst>
              <a:ext uri="{FF2B5EF4-FFF2-40B4-BE49-F238E27FC236}">
                <a16:creationId xmlns:a16="http://schemas.microsoft.com/office/drawing/2014/main" id="{41C57AEB-9E33-4F77-9F58-DB0D1B9787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554480" y="6353175"/>
            <a:ext cx="109728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64" name="Footer Placeholder 4">
            <a:extLst>
              <a:ext uri="{FF2B5EF4-FFF2-40B4-BE49-F238E27FC236}">
                <a16:creationId xmlns:a16="http://schemas.microsoft.com/office/drawing/2014/main" id="{182F895D-C48A-41AA-9DE6-43A17B7E0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744527" y="6350000"/>
            <a:ext cx="2286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5" name="Slide Number Placeholder 5">
            <a:extLst>
              <a:ext uri="{FF2B5EF4-FFF2-40B4-BE49-F238E27FC236}">
                <a16:creationId xmlns:a16="http://schemas.microsoft.com/office/drawing/2014/main" id="{4C15BF58-30D9-4A0E-8506-1CD777B0F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23295" y="6356350"/>
            <a:ext cx="4572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368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4155" y="896112"/>
            <a:ext cx="10665845" cy="1325563"/>
          </a:xfrm>
        </p:spPr>
        <p:txBody>
          <a:bodyPr anchor="t" anchorCtr="0"/>
          <a:lstStyle>
            <a:lvl1pPr>
              <a:defRPr cap="all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E06194BC-6453-CA18-2623-B07F3A5D4E92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762000" y="2417763"/>
            <a:ext cx="10665845" cy="3678235"/>
          </a:xfrm>
        </p:spPr>
        <p:txBody>
          <a:bodyPr/>
          <a:lstStyle>
            <a:lvl1pPr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icon to insert table</a:t>
            </a:r>
          </a:p>
          <a:p>
            <a:endParaRPr lang="en-US" dirty="0"/>
          </a:p>
        </p:txBody>
      </p:sp>
      <p:sp>
        <p:nvSpPr>
          <p:cNvPr id="7" name="Rectangle 23">
            <a:extLst>
              <a:ext uri="{FF2B5EF4-FFF2-40B4-BE49-F238E27FC236}">
                <a16:creationId xmlns:a16="http://schemas.microsoft.com/office/drawing/2014/main" id="{AB92D86A-5036-415A-B056-A55CB2E0C2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11177016" y="0"/>
            <a:ext cx="1014984" cy="1014984"/>
          </a:xfrm>
          <a:custGeom>
            <a:avLst/>
            <a:gdLst>
              <a:gd name="connsiteX0" fmla="*/ 0 w 2029968"/>
              <a:gd name="connsiteY0" fmla="*/ 0 h 2029968"/>
              <a:gd name="connsiteX1" fmla="*/ 2029968 w 2029968"/>
              <a:gd name="connsiteY1" fmla="*/ 0 h 2029968"/>
              <a:gd name="connsiteX2" fmla="*/ 2029968 w 2029968"/>
              <a:gd name="connsiteY2" fmla="*/ 2029968 h 2029968"/>
              <a:gd name="connsiteX3" fmla="*/ 0 w 2029968"/>
              <a:gd name="connsiteY3" fmla="*/ 2029968 h 2029968"/>
              <a:gd name="connsiteX4" fmla="*/ 0 w 2029968"/>
              <a:gd name="connsiteY4" fmla="*/ 0 h 2029968"/>
              <a:gd name="connsiteX0" fmla="*/ 0 w 2029968"/>
              <a:gd name="connsiteY0" fmla="*/ 0 h 2029968"/>
              <a:gd name="connsiteX1" fmla="*/ 2029968 w 2029968"/>
              <a:gd name="connsiteY1" fmla="*/ 2029968 h 2029968"/>
              <a:gd name="connsiteX2" fmla="*/ 0 w 2029968"/>
              <a:gd name="connsiteY2" fmla="*/ 2029968 h 2029968"/>
              <a:gd name="connsiteX3" fmla="*/ 0 w 2029968"/>
              <a:gd name="connsiteY3" fmla="*/ 0 h 2029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29968" h="2029968">
                <a:moveTo>
                  <a:pt x="0" y="0"/>
                </a:moveTo>
                <a:lnTo>
                  <a:pt x="2029968" y="2029968"/>
                </a:lnTo>
                <a:lnTo>
                  <a:pt x="0" y="20299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D3A465A0-88AA-B50B-92D8-3A54928329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443" y="6353175"/>
            <a:ext cx="109728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195F626-7C08-9907-6A85-922BE6AA0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73449" y="6350000"/>
            <a:ext cx="22860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BAD34A-4F3F-C89B-BBBC-E7740F414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68175" y="6356350"/>
            <a:ext cx="457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37480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ntent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11C2927-0A13-DC57-A83B-B8DB787A4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843092" cy="6858000"/>
            <a:chOff x="0" y="0"/>
            <a:chExt cx="6843092" cy="6858000"/>
          </a:xfrm>
        </p:grpSpPr>
        <p:sp>
          <p:nvSpPr>
            <p:cNvPr id="344" name="Rectangle 343">
              <a:extLst>
                <a:ext uri="{FF2B5EF4-FFF2-40B4-BE49-F238E27FC236}">
                  <a16:creationId xmlns:a16="http://schemas.microsoft.com/office/drawing/2014/main" id="{0685D98A-CA5A-4C48-9AEB-4C1A201237A1}"/>
                </a:ext>
              </a:extLst>
            </p:cNvPr>
            <p:cNvSpPr/>
            <p:nvPr userDrawn="1"/>
          </p:nvSpPr>
          <p:spPr>
            <a:xfrm>
              <a:off x="2021206" y="4828032"/>
              <a:ext cx="2029968" cy="202996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1F97041-3EE3-4F17-990B-3AC264934EF0}"/>
                </a:ext>
              </a:extLst>
            </p:cNvPr>
            <p:cNvSpPr/>
            <p:nvPr userDrawn="1"/>
          </p:nvSpPr>
          <p:spPr>
            <a:xfrm>
              <a:off x="0" y="0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1DA30E2-82DB-4AA1-B134-9482F5CD7689}"/>
                </a:ext>
              </a:extLst>
            </p:cNvPr>
            <p:cNvSpPr/>
            <p:nvPr userDrawn="1"/>
          </p:nvSpPr>
          <p:spPr>
            <a:xfrm>
              <a:off x="2457970" y="1686431"/>
              <a:ext cx="1828800" cy="1828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502070B-3F7D-436A-849C-FB64175E8B45}"/>
                </a:ext>
              </a:extLst>
            </p:cNvPr>
            <p:cNvSpPr/>
            <p:nvPr userDrawn="1"/>
          </p:nvSpPr>
          <p:spPr>
            <a:xfrm>
              <a:off x="0" y="6108192"/>
              <a:ext cx="2029968" cy="74980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675AAC8A-F8AB-44A3-9748-96464E9E0B6B}"/>
                </a:ext>
              </a:extLst>
            </p:cNvPr>
            <p:cNvSpPr/>
            <p:nvPr userDrawn="1"/>
          </p:nvSpPr>
          <p:spPr>
            <a:xfrm>
              <a:off x="4054172" y="4069080"/>
              <a:ext cx="2788920" cy="2788920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AC3F6810-4D95-4C6E-A30A-459BAD7510FE}"/>
                </a:ext>
              </a:extLst>
            </p:cNvPr>
            <p:cNvGrpSpPr/>
            <p:nvPr userDrawn="1"/>
          </p:nvGrpSpPr>
          <p:grpSpPr>
            <a:xfrm>
              <a:off x="23853" y="2101527"/>
              <a:ext cx="1920240" cy="1920240"/>
              <a:chOff x="5361924" y="7472790"/>
              <a:chExt cx="1828800" cy="1828800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81973B3A-7185-45FB-A2E6-A7BDE6414DF3}"/>
                  </a:ext>
                </a:extLst>
              </p:cNvPr>
              <p:cNvGrpSpPr/>
              <p:nvPr userDrawn="1"/>
            </p:nvGrpSpPr>
            <p:grpSpPr>
              <a:xfrm>
                <a:off x="5361924" y="7472790"/>
                <a:ext cx="1828800" cy="1828800"/>
                <a:chOff x="5361924" y="7472790"/>
                <a:chExt cx="1828800" cy="1828800"/>
              </a:xfrm>
            </p:grpSpPr>
            <p:grpSp>
              <p:nvGrpSpPr>
                <p:cNvPr id="99" name="Group 98">
                  <a:extLst>
                    <a:ext uri="{FF2B5EF4-FFF2-40B4-BE49-F238E27FC236}">
                      <a16:creationId xmlns:a16="http://schemas.microsoft.com/office/drawing/2014/main" id="{DACFFF66-0600-406E-AF42-9FD8E8EDB397}"/>
                    </a:ext>
                  </a:extLst>
                </p:cNvPr>
                <p:cNvGrpSpPr/>
                <p:nvPr userDrawn="1"/>
              </p:nvGrpSpPr>
              <p:grpSpPr>
                <a:xfrm>
                  <a:off x="5361924" y="7472790"/>
                  <a:ext cx="1828800" cy="1828800"/>
                  <a:chOff x="5388428" y="7173291"/>
                  <a:chExt cx="1828800" cy="1828800"/>
                </a:xfrm>
              </p:grpSpPr>
              <p:grpSp>
                <p:nvGrpSpPr>
                  <p:cNvPr id="96" name="Group 95">
                    <a:extLst>
                      <a:ext uri="{FF2B5EF4-FFF2-40B4-BE49-F238E27FC236}">
                        <a16:creationId xmlns:a16="http://schemas.microsoft.com/office/drawing/2014/main" id="{9411687D-2631-487B-AEAB-39750C9E52B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388428" y="7173291"/>
                    <a:ext cx="1828800" cy="1828800"/>
                    <a:chOff x="5388428" y="7173291"/>
                    <a:chExt cx="1828800" cy="1828800"/>
                  </a:xfrm>
                </p:grpSpPr>
                <p:grpSp>
                  <p:nvGrpSpPr>
                    <p:cNvPr id="90" name="Group 89">
                      <a:extLst>
                        <a:ext uri="{FF2B5EF4-FFF2-40B4-BE49-F238E27FC236}">
                          <a16:creationId xmlns:a16="http://schemas.microsoft.com/office/drawing/2014/main" id="{4BDDEAF6-0726-4BF4-96D7-EBA489ABF3E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5388428" y="7173291"/>
                      <a:ext cx="1828800" cy="1828800"/>
                      <a:chOff x="5579044" y="7049770"/>
                      <a:chExt cx="1828800" cy="1828800"/>
                    </a:xfrm>
                  </p:grpSpPr>
                  <p:grpSp>
                    <p:nvGrpSpPr>
                      <p:cNvPr id="89" name="Group 88">
                        <a:extLst>
                          <a:ext uri="{FF2B5EF4-FFF2-40B4-BE49-F238E27FC236}">
                            <a16:creationId xmlns:a16="http://schemas.microsoft.com/office/drawing/2014/main" id="{F80BBFBA-D0FB-4E20-8981-F569A2A0B678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5579044" y="7049770"/>
                        <a:ext cx="1828800" cy="1828800"/>
                        <a:chOff x="5579044" y="7049770"/>
                        <a:chExt cx="1828800" cy="1828800"/>
                      </a:xfrm>
                    </p:grpSpPr>
                    <p:grpSp>
                      <p:nvGrpSpPr>
                        <p:cNvPr id="86" name="Group 85">
                          <a:extLst>
                            <a:ext uri="{FF2B5EF4-FFF2-40B4-BE49-F238E27FC236}">
                              <a16:creationId xmlns:a16="http://schemas.microsoft.com/office/drawing/2014/main" id="{6B3BCF7C-4204-4B1A-8371-96E859FC8425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5579044" y="7049770"/>
                          <a:ext cx="1828800" cy="1828800"/>
                          <a:chOff x="5579044" y="7049770"/>
                          <a:chExt cx="1828800" cy="1828800"/>
                        </a:xfrm>
                      </p:grpSpPr>
                      <p:grpSp>
                        <p:nvGrpSpPr>
                          <p:cNvPr id="83" name="Group 82">
                            <a:extLst>
                              <a:ext uri="{FF2B5EF4-FFF2-40B4-BE49-F238E27FC236}">
                                <a16:creationId xmlns:a16="http://schemas.microsoft.com/office/drawing/2014/main" id="{31CF95CD-48BB-4659-870A-21584266D83F}"/>
                              </a:ext>
                            </a:extLst>
                          </p:cNvPr>
                          <p:cNvGrpSpPr/>
                          <p:nvPr userDrawn="1"/>
                        </p:nvGrpSpPr>
                        <p:grpSpPr>
                          <a:xfrm>
                            <a:off x="5579044" y="7049770"/>
                            <a:ext cx="1828800" cy="1828800"/>
                            <a:chOff x="5579044" y="7049770"/>
                            <a:chExt cx="1828800" cy="1828800"/>
                          </a:xfrm>
                        </p:grpSpPr>
                        <p:sp>
                          <p:nvSpPr>
                            <p:cNvPr id="78" name="Oval 77">
                              <a:extLst>
                                <a:ext uri="{FF2B5EF4-FFF2-40B4-BE49-F238E27FC236}">
                                  <a16:creationId xmlns:a16="http://schemas.microsoft.com/office/drawing/2014/main" id="{871E1954-F3FD-427D-8FFA-F28839673545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579044" y="7049770"/>
                              <a:ext cx="1828800" cy="182880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  <p:sp>
                          <p:nvSpPr>
                            <p:cNvPr id="80" name="Oval 79">
                              <a:extLst>
                                <a:ext uri="{FF2B5EF4-FFF2-40B4-BE49-F238E27FC236}">
                                  <a16:creationId xmlns:a16="http://schemas.microsoft.com/office/drawing/2014/main" id="{B655BD1D-8AE2-43E7-B1D4-17923D0E0171}"/>
                                </a:ext>
                              </a:extLst>
                            </p:cNvPr>
                            <p:cNvSpPr/>
                            <p:nvPr userDrawn="1"/>
                          </p:nvSpPr>
                          <p:spPr>
                            <a:xfrm>
                              <a:off x="5647624" y="7118350"/>
                              <a:ext cx="1691640" cy="1691640"/>
                            </a:xfrm>
                            <a:prstGeom prst="ellipse">
                              <a:avLst/>
                            </a:prstGeom>
                            <a:noFill/>
                            <a:ln w="25400">
                              <a:solidFill>
                                <a:schemeClr val="accent1"/>
                              </a:solidFill>
                            </a:ln>
                          </p:spPr>
                          <p:style>
                            <a:lnRef idx="2">
                              <a:schemeClr val="accent1">
                                <a:shade val="50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r>
                                <a:rPr lang="en-US" dirty="0"/>
                                <a:t> </a:t>
                              </a:r>
                            </a:p>
                          </p:txBody>
                        </p:sp>
                      </p:grpSp>
                      <p:sp>
                        <p:nvSpPr>
                          <p:cNvPr id="82" name="Oval 81">
                            <a:extLst>
                              <a:ext uri="{FF2B5EF4-FFF2-40B4-BE49-F238E27FC236}">
                                <a16:creationId xmlns:a16="http://schemas.microsoft.com/office/drawing/2014/main" id="{9F92C461-5E10-49F3-B4F0-F320512C0756}"/>
                              </a:ext>
                            </a:extLst>
                          </p:cNvPr>
                          <p:cNvSpPr/>
                          <p:nvPr userDrawn="1"/>
                        </p:nvSpPr>
                        <p:spPr>
                          <a:xfrm>
                            <a:off x="5716204" y="7186930"/>
                            <a:ext cx="1554480" cy="1554480"/>
                          </a:xfrm>
                          <a:prstGeom prst="ellipse">
                            <a:avLst/>
                          </a:prstGeom>
                          <a:noFill/>
                          <a:ln w="25400">
                            <a:solidFill>
                              <a:schemeClr val="accent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50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r>
                              <a:rPr lang="en-US" dirty="0"/>
                              <a:t> </a:t>
                            </a:r>
                          </a:p>
                        </p:txBody>
                      </p:sp>
                    </p:grpSp>
                    <p:sp>
                      <p:nvSpPr>
                        <p:cNvPr id="85" name="Oval 84">
                          <a:extLst>
                            <a:ext uri="{FF2B5EF4-FFF2-40B4-BE49-F238E27FC236}">
                              <a16:creationId xmlns:a16="http://schemas.microsoft.com/office/drawing/2014/main" id="{A6D57951-375C-41E9-BF45-DFC40F8E0A1A}"/>
                            </a:ext>
                          </a:extLst>
                        </p:cNvPr>
                        <p:cNvSpPr/>
                        <p:nvPr userDrawn="1"/>
                      </p:nvSpPr>
                      <p:spPr>
                        <a:xfrm>
                          <a:off x="5784784" y="7255510"/>
                          <a:ext cx="1417320" cy="1417320"/>
                        </a:xfrm>
                        <a:prstGeom prst="ellipse">
                          <a:avLst/>
                        </a:prstGeom>
                        <a:noFill/>
                        <a:ln w="25400">
                          <a:solidFill>
                            <a:schemeClr val="accent1"/>
                          </a:solidFill>
                        </a:ln>
                      </p:spPr>
                      <p:style>
                        <a:lnRef idx="2">
                          <a:schemeClr val="accent1">
                            <a:shade val="50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r>
                            <a:rPr lang="en-US" dirty="0"/>
                            <a:t> </a:t>
                          </a:r>
                        </a:p>
                      </p:txBody>
                    </p:sp>
                  </p:grpSp>
                  <p:sp>
                    <p:nvSpPr>
                      <p:cNvPr id="88" name="Oval 87">
                        <a:extLst>
                          <a:ext uri="{FF2B5EF4-FFF2-40B4-BE49-F238E27FC236}">
                            <a16:creationId xmlns:a16="http://schemas.microsoft.com/office/drawing/2014/main" id="{E4A4216D-DF9B-4DD9-989C-1F4040F3F4F7}"/>
                          </a:ext>
                        </a:extLst>
                      </p:cNvPr>
                      <p:cNvSpPr/>
                      <p:nvPr userDrawn="1"/>
                    </p:nvSpPr>
                    <p:spPr>
                      <a:xfrm>
                        <a:off x="5853364" y="7324090"/>
                        <a:ext cx="1280160" cy="1280160"/>
                      </a:xfrm>
                      <a:prstGeom prst="ellipse">
                        <a:avLst/>
                      </a:prstGeom>
                      <a:noFill/>
                      <a:ln w="25400">
                        <a:solidFill>
                          <a:schemeClr val="accent1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r>
                          <a:rPr lang="en-US" dirty="0"/>
                          <a:t> </a:t>
                        </a:r>
                      </a:p>
                    </p:txBody>
                  </p:sp>
                </p:grpSp>
                <p:sp>
                  <p:nvSpPr>
                    <p:cNvPr id="92" name="Oval 91">
                      <a:extLst>
                        <a:ext uri="{FF2B5EF4-FFF2-40B4-BE49-F238E27FC236}">
                          <a16:creationId xmlns:a16="http://schemas.microsoft.com/office/drawing/2014/main" id="{3DCCC81D-9EE7-47A8-8A4C-74B5E047A33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5731328" y="7516191"/>
                      <a:ext cx="1143000" cy="1143000"/>
                    </a:xfrm>
                    <a:prstGeom prst="ellipse">
                      <a:avLst/>
                    </a:prstGeom>
                    <a:noFill/>
                    <a:ln w="25400">
                      <a:solidFill>
                        <a:schemeClr val="accent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p:txBody>
                </p:sp>
              </p:grpSp>
              <p:sp>
                <p:nvSpPr>
                  <p:cNvPr id="95" name="Oval 94">
                    <a:extLst>
                      <a:ext uri="{FF2B5EF4-FFF2-40B4-BE49-F238E27FC236}">
                        <a16:creationId xmlns:a16="http://schemas.microsoft.com/office/drawing/2014/main" id="{9985F9FD-CFFB-417E-A560-28BD7BC7EE86}"/>
                      </a:ext>
                    </a:extLst>
                  </p:cNvPr>
                  <p:cNvSpPr/>
                  <p:nvPr userDrawn="1"/>
                </p:nvSpPr>
                <p:spPr>
                  <a:xfrm>
                    <a:off x="5799908" y="7584771"/>
                    <a:ext cx="1005840" cy="1005840"/>
                  </a:xfrm>
                  <a:prstGeom prst="ellipse">
                    <a:avLst/>
                  </a:prstGeom>
                  <a:noFill/>
                  <a:ln w="25400">
                    <a:solidFill>
                      <a:schemeClr val="accent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dirty="0"/>
                      <a:t> </a:t>
                    </a:r>
                  </a:p>
                </p:txBody>
              </p:sp>
            </p:grp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9A923F7B-7D75-4E04-AE62-D5B99F645756}"/>
                    </a:ext>
                  </a:extLst>
                </p:cNvPr>
                <p:cNvSpPr/>
                <p:nvPr userDrawn="1"/>
              </p:nvSpPr>
              <p:spPr>
                <a:xfrm>
                  <a:off x="5841984" y="7952850"/>
                  <a:ext cx="868680" cy="86868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2" name="Oval 101">
                  <a:extLst>
                    <a:ext uri="{FF2B5EF4-FFF2-40B4-BE49-F238E27FC236}">
                      <a16:creationId xmlns:a16="http://schemas.microsoft.com/office/drawing/2014/main" id="{F0239D2C-73EF-42E3-B73F-E69B7C27F65B}"/>
                    </a:ext>
                  </a:extLst>
                </p:cNvPr>
                <p:cNvSpPr/>
                <p:nvPr userDrawn="1"/>
              </p:nvSpPr>
              <p:spPr>
                <a:xfrm>
                  <a:off x="5910564" y="8021430"/>
                  <a:ext cx="731520" cy="73152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5" name="Oval 104">
                  <a:extLst>
                    <a:ext uri="{FF2B5EF4-FFF2-40B4-BE49-F238E27FC236}">
                      <a16:creationId xmlns:a16="http://schemas.microsoft.com/office/drawing/2014/main" id="{59BA1C3D-ADED-4596-8A9D-3DEC7E848945}"/>
                    </a:ext>
                  </a:extLst>
                </p:cNvPr>
                <p:cNvSpPr/>
                <p:nvPr userDrawn="1"/>
              </p:nvSpPr>
              <p:spPr>
                <a:xfrm>
                  <a:off x="5979144" y="8090010"/>
                  <a:ext cx="594360" cy="59436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015F2BFA-6803-42A0-A870-794B120EF574}"/>
                    </a:ext>
                  </a:extLst>
                </p:cNvPr>
                <p:cNvSpPr/>
                <p:nvPr userDrawn="1"/>
              </p:nvSpPr>
              <p:spPr>
                <a:xfrm>
                  <a:off x="6047724" y="8158590"/>
                  <a:ext cx="457200" cy="45720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E09A173D-9FE5-446C-B59E-5D7C0A00BF6C}"/>
                    </a:ext>
                  </a:extLst>
                </p:cNvPr>
                <p:cNvSpPr/>
                <p:nvPr userDrawn="1"/>
              </p:nvSpPr>
              <p:spPr>
                <a:xfrm>
                  <a:off x="6116304" y="8227170"/>
                  <a:ext cx="320040" cy="320040"/>
                </a:xfrm>
                <a:prstGeom prst="ellipse">
                  <a:avLst/>
                </a:prstGeom>
                <a:noFill/>
                <a:ln w="254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 </a:t>
                  </a:r>
                </a:p>
              </p:txBody>
            </p:sp>
          </p:grp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974C3792-995F-4717-8C8B-089BBA7DE9C7}"/>
                  </a:ext>
                </a:extLst>
              </p:cNvPr>
              <p:cNvSpPr/>
              <p:nvPr userDrawn="1"/>
            </p:nvSpPr>
            <p:spPr>
              <a:xfrm>
                <a:off x="6184884" y="8295750"/>
                <a:ext cx="182880" cy="182880"/>
              </a:xfrm>
              <a:prstGeom prst="ellipse">
                <a:avLst/>
              </a:prstGeom>
              <a:noFill/>
              <a:ln w="254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 </a:t>
                </a:r>
              </a:p>
            </p:txBody>
          </p:sp>
        </p:grp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C8FD950B-0E2B-4905-8DE9-195E24B2ABE7}"/>
                </a:ext>
              </a:extLst>
            </p:cNvPr>
            <p:cNvSpPr/>
            <p:nvPr userDrawn="1"/>
          </p:nvSpPr>
          <p:spPr>
            <a:xfrm rot="10800000">
              <a:off x="1013527" y="2043171"/>
              <a:ext cx="1014984" cy="2029968"/>
            </a:xfrm>
            <a:custGeom>
              <a:avLst/>
              <a:gdLst>
                <a:gd name="connsiteX0" fmla="*/ 1248 w 915648"/>
                <a:gd name="connsiteY0" fmla="*/ 0 h 1828800"/>
                <a:gd name="connsiteX1" fmla="*/ 915648 w 915648"/>
                <a:gd name="connsiteY1" fmla="*/ 914400 h 1828800"/>
                <a:gd name="connsiteX2" fmla="*/ 1248 w 915648"/>
                <a:gd name="connsiteY2" fmla="*/ 1828800 h 1828800"/>
                <a:gd name="connsiteX3" fmla="*/ 0 w 915648"/>
                <a:gd name="connsiteY3" fmla="*/ 1828737 h 1828800"/>
                <a:gd name="connsiteX4" fmla="*/ 0 w 915648"/>
                <a:gd name="connsiteY4" fmla="*/ 63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5648" h="1828800">
                  <a:moveTo>
                    <a:pt x="1248" y="0"/>
                  </a:moveTo>
                  <a:cubicBezTo>
                    <a:pt x="506257" y="0"/>
                    <a:pt x="915648" y="409391"/>
                    <a:pt x="915648" y="914400"/>
                  </a:cubicBezTo>
                  <a:cubicBezTo>
                    <a:pt x="915648" y="1419409"/>
                    <a:pt x="506257" y="1828800"/>
                    <a:pt x="1248" y="1828800"/>
                  </a:cubicBezTo>
                  <a:lnTo>
                    <a:pt x="0" y="1828737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8" name="Rectangle 9">
              <a:extLst>
                <a:ext uri="{FF2B5EF4-FFF2-40B4-BE49-F238E27FC236}">
                  <a16:creationId xmlns:a16="http://schemas.microsoft.com/office/drawing/2014/main" id="{D0B57759-E007-4FD0-9C6B-356DC53050C4}"/>
                </a:ext>
              </a:extLst>
            </p:cNvPr>
            <p:cNvSpPr/>
            <p:nvPr userDrawn="1"/>
          </p:nvSpPr>
          <p:spPr>
            <a:xfrm rot="5400000">
              <a:off x="2028432" y="4821048"/>
              <a:ext cx="2029968" cy="2029968"/>
            </a:xfrm>
            <a:custGeom>
              <a:avLst/>
              <a:gdLst>
                <a:gd name="connsiteX0" fmla="*/ 0 w 1828800"/>
                <a:gd name="connsiteY0" fmla="*/ 0 h 1828800"/>
                <a:gd name="connsiteX1" fmla="*/ 1828800 w 1828800"/>
                <a:gd name="connsiteY1" fmla="*/ 0 h 1828800"/>
                <a:gd name="connsiteX2" fmla="*/ 1828800 w 1828800"/>
                <a:gd name="connsiteY2" fmla="*/ 1828800 h 1828800"/>
                <a:gd name="connsiteX3" fmla="*/ 0 w 1828800"/>
                <a:gd name="connsiteY3" fmla="*/ 1828800 h 1828800"/>
                <a:gd name="connsiteX4" fmla="*/ 0 w 1828800"/>
                <a:gd name="connsiteY4" fmla="*/ 0 h 1828800"/>
                <a:gd name="connsiteX0" fmla="*/ 0 w 1828800"/>
                <a:gd name="connsiteY0" fmla="*/ 0 h 1828800"/>
                <a:gd name="connsiteX1" fmla="*/ 1828800 w 1828800"/>
                <a:gd name="connsiteY1" fmla="*/ 1828800 h 1828800"/>
                <a:gd name="connsiteX2" fmla="*/ 0 w 1828800"/>
                <a:gd name="connsiteY2" fmla="*/ 1828800 h 1828800"/>
                <a:gd name="connsiteX3" fmla="*/ 0 w 1828800"/>
                <a:gd name="connsiteY3" fmla="*/ 0 h 1828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28800" h="1828800">
                  <a:moveTo>
                    <a:pt x="0" y="0"/>
                  </a:moveTo>
                  <a:lnTo>
                    <a:pt x="1828800" y="1828800"/>
                  </a:lnTo>
                  <a:lnTo>
                    <a:pt x="0" y="1828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5" name="Oval 174">
              <a:extLst>
                <a:ext uri="{FF2B5EF4-FFF2-40B4-BE49-F238E27FC236}">
                  <a16:creationId xmlns:a16="http://schemas.microsoft.com/office/drawing/2014/main" id="{273C520A-0126-47DA-A75B-1A38883907A2}"/>
                </a:ext>
              </a:extLst>
            </p:cNvPr>
            <p:cNvSpPr/>
            <p:nvPr userDrawn="1"/>
          </p:nvSpPr>
          <p:spPr>
            <a:xfrm>
              <a:off x="861942" y="888111"/>
              <a:ext cx="274320" cy="27432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Rectangle 290">
              <a:extLst>
                <a:ext uri="{FF2B5EF4-FFF2-40B4-BE49-F238E27FC236}">
                  <a16:creationId xmlns:a16="http://schemas.microsoft.com/office/drawing/2014/main" id="{AB12487D-8BC9-4BEB-B6A7-B9DD702B2BD3}"/>
                </a:ext>
              </a:extLst>
            </p:cNvPr>
            <p:cNvSpPr/>
            <p:nvPr userDrawn="1"/>
          </p:nvSpPr>
          <p:spPr>
            <a:xfrm>
              <a:off x="0" y="4082178"/>
              <a:ext cx="2029968" cy="202996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97" name="Graphic 296">
              <a:extLst>
                <a:ext uri="{FF2B5EF4-FFF2-40B4-BE49-F238E27FC236}">
                  <a16:creationId xmlns:a16="http://schemas.microsoft.com/office/drawing/2014/main" id="{AEE6DE36-A3C9-4D40-B471-F49B6A875D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 rot="10800000">
              <a:off x="2029016" y="2051944"/>
              <a:ext cx="2029968" cy="2029968"/>
            </a:xfrm>
            <a:prstGeom prst="rect">
              <a:avLst/>
            </a:prstGeom>
          </p:spPr>
        </p:pic>
        <p:pic>
          <p:nvPicPr>
            <p:cNvPr id="299" name="Graphic 298">
              <a:extLst>
                <a:ext uri="{FF2B5EF4-FFF2-40B4-BE49-F238E27FC236}">
                  <a16:creationId xmlns:a16="http://schemas.microsoft.com/office/drawing/2014/main" id="{99FF86FA-8891-4235-B88B-CFCA3B57E5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0" y="4078224"/>
              <a:ext cx="2029968" cy="2029968"/>
            </a:xfrm>
            <a:prstGeom prst="rect">
              <a:avLst/>
            </a:prstGeom>
          </p:spPr>
        </p:pic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7ADD6DC9-9036-47C7-AAE5-8AF23CE0C81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974376" y="989441"/>
              <a:ext cx="5867327" cy="5867206"/>
            </a:xfrm>
            <a:prstGeom prst="line">
              <a:avLst/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00245" y="544285"/>
            <a:ext cx="5528217" cy="2685383"/>
          </a:xfrm>
        </p:spPr>
        <p:txBody>
          <a:bodyPr anchor="b">
            <a:normAutofit/>
          </a:bodyPr>
          <a:lstStyle>
            <a:lvl1pPr algn="l">
              <a:defRPr sz="4400" cap="all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D32955-BB06-40DE-A14A-2170FD41AD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96340" y="3423773"/>
            <a:ext cx="5528217" cy="202996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8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80" userDrawn="1">
          <p15:clr>
            <a:srgbClr val="FBAE40"/>
          </p15:clr>
        </p15:guide>
        <p15:guide id="2" orient="horz" pos="2160" userDrawn="1">
          <p15:clr>
            <a:srgbClr val="FBAE40"/>
          </p15:clr>
        </p15:guide>
        <p15:guide id="3" orient="horz" pos="3240" userDrawn="1">
          <p15:clr>
            <a:srgbClr val="FBAE40"/>
          </p15:clr>
        </p15:guide>
        <p15:guide id="4" orient="horz" pos="2260" userDrawn="1">
          <p15:clr>
            <a:srgbClr val="FBAE40"/>
          </p15:clr>
        </p15:guide>
        <p15:guide id="5" pos="729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365125"/>
            <a:ext cx="10668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62000" y="1825625"/>
            <a:ext cx="106680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917CC-671D-47EA-B065-51E87EC27B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20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12/11/2023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66" r:id="rId2"/>
    <p:sldLayoutId id="2147483704" r:id="rId3"/>
    <p:sldLayoutId id="2147483702" r:id="rId4"/>
    <p:sldLayoutId id="2147483678" r:id="rId5"/>
    <p:sldLayoutId id="2147483681" r:id="rId6"/>
    <p:sldLayoutId id="2147483696" r:id="rId7"/>
    <p:sldLayoutId id="2147483691" r:id="rId8"/>
    <p:sldLayoutId id="2147483677" r:id="rId9"/>
    <p:sldLayoutId id="2147483699" r:id="rId10"/>
    <p:sldLayoutId id="2147483685" r:id="rId11"/>
    <p:sldLayoutId id="2147483676" r:id="rId12"/>
    <p:sldLayoutId id="2147483649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76" userDrawn="1">
          <p15:clr>
            <a:srgbClr val="5ACBF0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orient="horz" pos="2160" userDrawn="1">
          <p15:clr>
            <a:srgbClr val="F26B43"/>
          </p15:clr>
        </p15:guide>
        <p15:guide id="5" pos="1272" userDrawn="1">
          <p15:clr>
            <a:srgbClr val="9FCC3B"/>
          </p15:clr>
        </p15:guide>
        <p15:guide id="6" pos="2544" userDrawn="1">
          <p15:clr>
            <a:srgbClr val="9FCC3B"/>
          </p15:clr>
        </p15:guide>
        <p15:guide id="7" pos="5112" userDrawn="1">
          <p15:clr>
            <a:srgbClr val="9FCC3B"/>
          </p15:clr>
        </p15:guide>
        <p15:guide id="8" pos="6408" userDrawn="1">
          <p15:clr>
            <a:srgbClr val="9FCC3B"/>
          </p15:clr>
        </p15:guide>
        <p15:guide id="9" pos="3940" userDrawn="1">
          <p15:clr>
            <a:srgbClr val="F26B43"/>
          </p15:clr>
        </p15:guide>
        <p15:guide id="10" pos="7104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64C7C-760E-8914-2F73-459EB4E737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74490" y="1466898"/>
            <a:ext cx="9291483" cy="1415844"/>
          </a:xfrm>
        </p:spPr>
        <p:txBody>
          <a:bodyPr>
            <a:no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Scalable Real-time Detection of AI-Generated Arabic Text</a:t>
            </a: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Distributed Data Pipeline Approach</a:t>
            </a: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5E281F-A142-3008-1081-8504F2E49E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1066" y="2317139"/>
            <a:ext cx="6094907" cy="3316240"/>
          </a:xfrm>
        </p:spPr>
        <p:txBody>
          <a:bodyPr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Course: MSBDA-801 Big Data Analytics </a:t>
            </a:r>
          </a:p>
          <a:p>
            <a:pPr lvl="0">
              <a:lnSpc>
                <a:spcPct val="10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Type: Final Course Graduation Team Project </a:t>
            </a:r>
          </a:p>
          <a:p>
            <a:pPr lvl="0">
              <a:lnSpc>
                <a:spcPct val="10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Technologies: PySpark, Spark MLlib, Structured Streaming </a:t>
            </a:r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0B784B38-C335-9122-2004-673D27B0749D}"/>
              </a:ext>
            </a:extLst>
          </p:cNvPr>
          <p:cNvSpPr/>
          <p:nvPr/>
        </p:nvSpPr>
        <p:spPr>
          <a:xfrm>
            <a:off x="6566054" y="4232297"/>
            <a:ext cx="5464366" cy="2317610"/>
          </a:xfrm>
          <a:prstGeom prst="rect">
            <a:avLst/>
          </a:prstGeom>
          <a:solidFill>
            <a:schemeClr val="accent1">
              <a:lumMod val="60000"/>
              <a:lumOff val="40000"/>
              <a:alpha val="40000"/>
            </a:schemeClr>
          </a:solidFill>
          <a:ln w="12700">
            <a:solidFill>
              <a:schemeClr val="accent1">
                <a:lumMod val="50000"/>
              </a:schemeClr>
            </a:solidFill>
            <a:prstDash val="solid"/>
          </a:ln>
        </p:spPr>
        <p:txBody>
          <a:bodyPr/>
          <a:lstStyle/>
          <a:p>
            <a:r>
              <a:rPr lang="en-US" sz="2400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</a:p>
          <a:p>
            <a:pPr algn="ctr" rtl="1">
              <a:lnSpc>
                <a:spcPct val="150000"/>
              </a:lnSpc>
              <a:spcBef>
                <a:spcPts val="300"/>
              </a:spcBef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Sami Ruzeq M. Almoadawi</a:t>
            </a:r>
          </a:p>
          <a:p>
            <a:pPr algn="ctr" rtl="1">
              <a:lnSpc>
                <a:spcPct val="150000"/>
              </a:lnSpc>
              <a:spcBef>
                <a:spcPts val="300"/>
              </a:spcBef>
            </a:pP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4714252 </a:t>
            </a:r>
          </a:p>
          <a:p>
            <a:pPr rtl="1"/>
            <a:r>
              <a:rPr lang="en-US" sz="2400" dirty="0">
                <a:solidFill>
                  <a:schemeClr val="accent1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Supervisor:</a:t>
            </a:r>
          </a:p>
          <a:p>
            <a:pPr algn="ctr" rtl="1"/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DR. Mohammed Al-sarem</a:t>
            </a:r>
            <a:endParaRPr lang="en-US" dirty="0"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7783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E1C88-627C-4655-A4FB-0BB02EDB0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AC050D-BAF4-C23C-F8EC-24DEC42930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8D866ED-E4C0-9855-7F94-8203A5C0CB59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539973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Rapid growth of AI-generated Arabic text.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in detecting machine-generated content. </a:t>
            </a:r>
          </a:p>
          <a:p>
            <a:pPr lvl="0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Risks related to: 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integrity 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Misinformation 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content generation 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Plagiarism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6372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7960-187F-76C9-E048-C15ED44FA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4A23ED-D41B-7606-A57D-CC1AF851B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8F9E9-40F3-B852-A68B-DDE45D572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732B2BF-1F0D-2A78-D9C3-F10B22E3EC9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676400"/>
            <a:ext cx="6370072" cy="2899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 a scalable distributed pipeline capable of detecting AI-generated Arabic abstracts using Big Data technologies.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7326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2AA14-BC54-A3CD-6C98-D71A7EDB7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21B53-FC08-1875-0421-B54F64571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Project Objectives</a:t>
            </a:r>
            <a:b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A3F23-BB4E-1E72-6605-651778DEF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ED0522C-C385-D10D-B92E-17875612A40F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539974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 distributed Arabic NLP pipeline.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 Arabic-specific preprocessing.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scalable feature engineering.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multiple machine learning models.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 best model using Spark Structured Streaming.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batch vs stream processing.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Benchmark scalability and performance.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570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BA613-87ED-DEDB-A910-29191EB56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53707-C60D-AE85-64D3-D4E22BE73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43C00C-F348-9E49-1D3A-4E732374B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7006ACD-4531-F437-57F7-5D8B0D1DE4E7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832362"/>
            <a:ext cx="6370072" cy="42227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KFUPM-JRCAI Arabic Generated Abstracts Dataset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(Hugging Face)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Size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subsets: 3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combined samples: ~41,940 </a:t>
            </a:r>
          </a:p>
          <a:p>
            <a:pPr marR="0" lvl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3128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D1874-5F92-EBBF-AE89-B9961CE8D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43E557-E694-533D-BEFA-1BB202718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EE0EA2-CEA0-1FDC-61BE-901F6F75C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5B277CA-F066-DF05-901B-1CA1EDC12700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447642"/>
            <a:ext cx="6370072" cy="4992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Classes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Human-written abstracts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AI-generated abstracts </a:t>
            </a:r>
          </a:p>
          <a:p>
            <a:pPr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Models Included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OpenAI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JAIS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LLaMA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ALLAM 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1252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99121-7DA8-30E9-E0BF-BE0EE67FF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F45EA-2F27-93DE-9177-DF22FB5E12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Description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F5F3C-7C90-4223-B9BE-63408C08C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CC2E0D-55B6-A599-BCA8-577EB1E25E86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 bwMode="auto">
          <a:xfrm>
            <a:off x="750674" y="1336431"/>
            <a:ext cx="6230418" cy="47478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785540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0FD6B-5B4A-0BA1-F15E-04E0A594C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FCEE5-6F65-D83A-7762-F61F7142C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Architecture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3AF73-0875-089D-AC93-152E0340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BF3D36F-7BA2-EC7B-B738-468D9163369F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539975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Pipeline Architecture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Technologies Used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Colab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PySpark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MLlib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Structured Streaming </a:t>
            </a:r>
          </a:p>
          <a:p>
            <a:pPr algn="just"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4057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A77B6-D8F3-9D1A-6D31-0FABC0760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2454A-AD51-5FB6-2776-E15E3229D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Architecture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5A37A-1B01-24E0-9FB0-A520969E3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1525D9A4-4802-985F-2093-5C48F7CAFEB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493810"/>
            <a:ext cx="6370072" cy="48998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Pipeline Stages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Acquisition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Modeling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 Deployment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Evaluation &amp; Benchmarking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5147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79A36-DD72-70EA-58B4-AF92E6B33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8CA01-AB32-B42A-C3CB-114CDF1DA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966" y="400502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Data Architecture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D807F-D963-3DEC-C4A6-AD0A1662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5F7F45-D129-E87A-CFCE-B265476C32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686" y="1283244"/>
            <a:ext cx="5618603" cy="5436961"/>
          </a:xfrm>
          <a:custGeom>
            <a:avLst/>
            <a:gdLst>
              <a:gd name="csX0" fmla="*/ 0 w 5618603"/>
              <a:gd name="csY0" fmla="*/ 0 h 5436961"/>
              <a:gd name="csX1" fmla="*/ 618046 w 5618603"/>
              <a:gd name="csY1" fmla="*/ 0 h 5436961"/>
              <a:gd name="csX2" fmla="*/ 1011349 w 5618603"/>
              <a:gd name="csY2" fmla="*/ 0 h 5436961"/>
              <a:gd name="csX3" fmla="*/ 1685581 w 5618603"/>
              <a:gd name="csY3" fmla="*/ 0 h 5436961"/>
              <a:gd name="csX4" fmla="*/ 2247441 w 5618603"/>
              <a:gd name="csY4" fmla="*/ 0 h 5436961"/>
              <a:gd name="csX5" fmla="*/ 2640743 w 5618603"/>
              <a:gd name="csY5" fmla="*/ 0 h 5436961"/>
              <a:gd name="csX6" fmla="*/ 3202604 w 5618603"/>
              <a:gd name="csY6" fmla="*/ 0 h 5436961"/>
              <a:gd name="csX7" fmla="*/ 3876836 w 5618603"/>
              <a:gd name="csY7" fmla="*/ 0 h 5436961"/>
              <a:gd name="csX8" fmla="*/ 4382510 w 5618603"/>
              <a:gd name="csY8" fmla="*/ 0 h 5436961"/>
              <a:gd name="csX9" fmla="*/ 4888185 w 5618603"/>
              <a:gd name="csY9" fmla="*/ 0 h 5436961"/>
              <a:gd name="csX10" fmla="*/ 5618603 w 5618603"/>
              <a:gd name="csY10" fmla="*/ 0 h 5436961"/>
              <a:gd name="csX11" fmla="*/ 5618603 w 5618603"/>
              <a:gd name="csY11" fmla="*/ 598066 h 5436961"/>
              <a:gd name="csX12" fmla="*/ 5618603 w 5618603"/>
              <a:gd name="csY12" fmla="*/ 1141762 h 5436961"/>
              <a:gd name="csX13" fmla="*/ 5618603 w 5618603"/>
              <a:gd name="csY13" fmla="*/ 1794197 h 5436961"/>
              <a:gd name="csX14" fmla="*/ 5618603 w 5618603"/>
              <a:gd name="csY14" fmla="*/ 2283524 h 5436961"/>
              <a:gd name="csX15" fmla="*/ 5618603 w 5618603"/>
              <a:gd name="csY15" fmla="*/ 2718481 h 5436961"/>
              <a:gd name="csX16" fmla="*/ 5618603 w 5618603"/>
              <a:gd name="csY16" fmla="*/ 3262177 h 5436961"/>
              <a:gd name="csX17" fmla="*/ 5618603 w 5618603"/>
              <a:gd name="csY17" fmla="*/ 3860242 h 5436961"/>
              <a:gd name="csX18" fmla="*/ 5618603 w 5618603"/>
              <a:gd name="csY18" fmla="*/ 4512678 h 5436961"/>
              <a:gd name="csX19" fmla="*/ 5618603 w 5618603"/>
              <a:gd name="csY19" fmla="*/ 5436961 h 5436961"/>
              <a:gd name="csX20" fmla="*/ 4944371 w 5618603"/>
              <a:gd name="csY20" fmla="*/ 5436961 h 5436961"/>
              <a:gd name="csX21" fmla="*/ 4438696 w 5618603"/>
              <a:gd name="csY21" fmla="*/ 5436961 h 5436961"/>
              <a:gd name="csX22" fmla="*/ 3933022 w 5618603"/>
              <a:gd name="csY22" fmla="*/ 5436961 h 5436961"/>
              <a:gd name="csX23" fmla="*/ 3427348 w 5618603"/>
              <a:gd name="csY23" fmla="*/ 5436961 h 5436961"/>
              <a:gd name="csX24" fmla="*/ 2809301 w 5618603"/>
              <a:gd name="csY24" fmla="*/ 5436961 h 5436961"/>
              <a:gd name="csX25" fmla="*/ 2247441 w 5618603"/>
              <a:gd name="csY25" fmla="*/ 5436961 h 5436961"/>
              <a:gd name="csX26" fmla="*/ 1854139 w 5618603"/>
              <a:gd name="csY26" fmla="*/ 5436961 h 5436961"/>
              <a:gd name="csX27" fmla="*/ 1348465 w 5618603"/>
              <a:gd name="csY27" fmla="*/ 5436961 h 5436961"/>
              <a:gd name="csX28" fmla="*/ 730418 w 5618603"/>
              <a:gd name="csY28" fmla="*/ 5436961 h 5436961"/>
              <a:gd name="csX29" fmla="*/ 0 w 5618603"/>
              <a:gd name="csY29" fmla="*/ 5436961 h 5436961"/>
              <a:gd name="csX30" fmla="*/ 0 w 5618603"/>
              <a:gd name="csY30" fmla="*/ 4784526 h 5436961"/>
              <a:gd name="csX31" fmla="*/ 0 w 5618603"/>
              <a:gd name="csY31" fmla="*/ 4403938 h 5436961"/>
              <a:gd name="csX32" fmla="*/ 0 w 5618603"/>
              <a:gd name="csY32" fmla="*/ 3751503 h 5436961"/>
              <a:gd name="csX33" fmla="*/ 0 w 5618603"/>
              <a:gd name="csY33" fmla="*/ 3370916 h 5436961"/>
              <a:gd name="csX34" fmla="*/ 0 w 5618603"/>
              <a:gd name="csY34" fmla="*/ 2827220 h 5436961"/>
              <a:gd name="csX35" fmla="*/ 0 w 5618603"/>
              <a:gd name="csY35" fmla="*/ 2392263 h 5436961"/>
              <a:gd name="csX36" fmla="*/ 0 w 5618603"/>
              <a:gd name="csY36" fmla="*/ 1957306 h 5436961"/>
              <a:gd name="csX37" fmla="*/ 0 w 5618603"/>
              <a:gd name="csY37" fmla="*/ 1522349 h 5436961"/>
              <a:gd name="csX38" fmla="*/ 0 w 5618603"/>
              <a:gd name="csY38" fmla="*/ 1087392 h 5436961"/>
              <a:gd name="csX39" fmla="*/ 0 w 5618603"/>
              <a:gd name="csY39" fmla="*/ 598066 h 5436961"/>
              <a:gd name="csX40" fmla="*/ 0 w 5618603"/>
              <a:gd name="csY40" fmla="*/ 0 h 543696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</a:cxnLst>
            <a:rect l="l" t="t" r="r" b="b"/>
            <a:pathLst>
              <a:path w="5618603" h="5436961" fill="none" extrusionOk="0">
                <a:moveTo>
                  <a:pt x="0" y="0"/>
                </a:moveTo>
                <a:cubicBezTo>
                  <a:pt x="215213" y="-3787"/>
                  <a:pt x="464738" y="68516"/>
                  <a:pt x="618046" y="0"/>
                </a:cubicBezTo>
                <a:cubicBezTo>
                  <a:pt x="771354" y="-68516"/>
                  <a:pt x="866959" y="43419"/>
                  <a:pt x="1011349" y="0"/>
                </a:cubicBezTo>
                <a:cubicBezTo>
                  <a:pt x="1155739" y="-43419"/>
                  <a:pt x="1514950" y="39207"/>
                  <a:pt x="1685581" y="0"/>
                </a:cubicBezTo>
                <a:cubicBezTo>
                  <a:pt x="1856212" y="-39207"/>
                  <a:pt x="2031608" y="47407"/>
                  <a:pt x="2247441" y="0"/>
                </a:cubicBezTo>
                <a:cubicBezTo>
                  <a:pt x="2463274" y="-47407"/>
                  <a:pt x="2517096" y="33010"/>
                  <a:pt x="2640743" y="0"/>
                </a:cubicBezTo>
                <a:cubicBezTo>
                  <a:pt x="2764390" y="-33010"/>
                  <a:pt x="2967994" y="62585"/>
                  <a:pt x="3202604" y="0"/>
                </a:cubicBezTo>
                <a:cubicBezTo>
                  <a:pt x="3437214" y="-62585"/>
                  <a:pt x="3726830" y="34400"/>
                  <a:pt x="3876836" y="0"/>
                </a:cubicBezTo>
                <a:cubicBezTo>
                  <a:pt x="4026842" y="-34400"/>
                  <a:pt x="4208071" y="13247"/>
                  <a:pt x="4382510" y="0"/>
                </a:cubicBezTo>
                <a:cubicBezTo>
                  <a:pt x="4556949" y="-13247"/>
                  <a:pt x="4661737" y="1632"/>
                  <a:pt x="4888185" y="0"/>
                </a:cubicBezTo>
                <a:cubicBezTo>
                  <a:pt x="5114634" y="-1632"/>
                  <a:pt x="5273718" y="63347"/>
                  <a:pt x="5618603" y="0"/>
                </a:cubicBezTo>
                <a:cubicBezTo>
                  <a:pt x="5639754" y="253671"/>
                  <a:pt x="5560712" y="371054"/>
                  <a:pt x="5618603" y="598066"/>
                </a:cubicBezTo>
                <a:cubicBezTo>
                  <a:pt x="5676494" y="825078"/>
                  <a:pt x="5596710" y="877392"/>
                  <a:pt x="5618603" y="1141762"/>
                </a:cubicBezTo>
                <a:cubicBezTo>
                  <a:pt x="5640496" y="1406132"/>
                  <a:pt x="5616458" y="1524391"/>
                  <a:pt x="5618603" y="1794197"/>
                </a:cubicBezTo>
                <a:cubicBezTo>
                  <a:pt x="5620748" y="2064004"/>
                  <a:pt x="5563871" y="2179183"/>
                  <a:pt x="5618603" y="2283524"/>
                </a:cubicBezTo>
                <a:cubicBezTo>
                  <a:pt x="5673335" y="2387865"/>
                  <a:pt x="5593918" y="2560368"/>
                  <a:pt x="5618603" y="2718481"/>
                </a:cubicBezTo>
                <a:cubicBezTo>
                  <a:pt x="5643288" y="2876594"/>
                  <a:pt x="5573296" y="3105482"/>
                  <a:pt x="5618603" y="3262177"/>
                </a:cubicBezTo>
                <a:cubicBezTo>
                  <a:pt x="5663910" y="3418872"/>
                  <a:pt x="5547019" y="3597643"/>
                  <a:pt x="5618603" y="3860242"/>
                </a:cubicBezTo>
                <a:cubicBezTo>
                  <a:pt x="5690187" y="4122841"/>
                  <a:pt x="5604494" y="4291236"/>
                  <a:pt x="5618603" y="4512678"/>
                </a:cubicBezTo>
                <a:cubicBezTo>
                  <a:pt x="5632712" y="4734120"/>
                  <a:pt x="5594358" y="5107855"/>
                  <a:pt x="5618603" y="5436961"/>
                </a:cubicBezTo>
                <a:cubicBezTo>
                  <a:pt x="5355551" y="5463662"/>
                  <a:pt x="5272029" y="5360580"/>
                  <a:pt x="4944371" y="5436961"/>
                </a:cubicBezTo>
                <a:cubicBezTo>
                  <a:pt x="4616713" y="5513342"/>
                  <a:pt x="4666915" y="5387458"/>
                  <a:pt x="4438696" y="5436961"/>
                </a:cubicBezTo>
                <a:cubicBezTo>
                  <a:pt x="4210477" y="5486464"/>
                  <a:pt x="4041623" y="5385553"/>
                  <a:pt x="3933022" y="5436961"/>
                </a:cubicBezTo>
                <a:cubicBezTo>
                  <a:pt x="3824421" y="5488369"/>
                  <a:pt x="3630949" y="5382415"/>
                  <a:pt x="3427348" y="5436961"/>
                </a:cubicBezTo>
                <a:cubicBezTo>
                  <a:pt x="3223747" y="5491507"/>
                  <a:pt x="3005024" y="5381245"/>
                  <a:pt x="2809301" y="5436961"/>
                </a:cubicBezTo>
                <a:cubicBezTo>
                  <a:pt x="2613578" y="5492677"/>
                  <a:pt x="2512642" y="5383655"/>
                  <a:pt x="2247441" y="5436961"/>
                </a:cubicBezTo>
                <a:cubicBezTo>
                  <a:pt x="1982240" y="5490267"/>
                  <a:pt x="2002294" y="5420931"/>
                  <a:pt x="1854139" y="5436961"/>
                </a:cubicBezTo>
                <a:cubicBezTo>
                  <a:pt x="1705984" y="5452991"/>
                  <a:pt x="1526793" y="5380324"/>
                  <a:pt x="1348465" y="5436961"/>
                </a:cubicBezTo>
                <a:cubicBezTo>
                  <a:pt x="1170137" y="5493598"/>
                  <a:pt x="866488" y="5387296"/>
                  <a:pt x="730418" y="5436961"/>
                </a:cubicBezTo>
                <a:cubicBezTo>
                  <a:pt x="594348" y="5486626"/>
                  <a:pt x="192228" y="5411646"/>
                  <a:pt x="0" y="5436961"/>
                </a:cubicBezTo>
                <a:cubicBezTo>
                  <a:pt x="-69311" y="5172164"/>
                  <a:pt x="27580" y="5009097"/>
                  <a:pt x="0" y="4784526"/>
                </a:cubicBezTo>
                <a:cubicBezTo>
                  <a:pt x="-27580" y="4559955"/>
                  <a:pt x="23812" y="4490193"/>
                  <a:pt x="0" y="4403938"/>
                </a:cubicBezTo>
                <a:cubicBezTo>
                  <a:pt x="-23812" y="4317683"/>
                  <a:pt x="58160" y="4021532"/>
                  <a:pt x="0" y="3751503"/>
                </a:cubicBezTo>
                <a:cubicBezTo>
                  <a:pt x="-58160" y="3481474"/>
                  <a:pt x="12506" y="3497663"/>
                  <a:pt x="0" y="3370916"/>
                </a:cubicBezTo>
                <a:cubicBezTo>
                  <a:pt x="-12506" y="3244169"/>
                  <a:pt x="19902" y="3092298"/>
                  <a:pt x="0" y="2827220"/>
                </a:cubicBezTo>
                <a:cubicBezTo>
                  <a:pt x="-19902" y="2562142"/>
                  <a:pt x="43873" y="2522975"/>
                  <a:pt x="0" y="2392263"/>
                </a:cubicBezTo>
                <a:cubicBezTo>
                  <a:pt x="-43873" y="2261551"/>
                  <a:pt x="5692" y="2162010"/>
                  <a:pt x="0" y="1957306"/>
                </a:cubicBezTo>
                <a:cubicBezTo>
                  <a:pt x="-5692" y="1752602"/>
                  <a:pt x="39418" y="1666738"/>
                  <a:pt x="0" y="1522349"/>
                </a:cubicBezTo>
                <a:cubicBezTo>
                  <a:pt x="-39418" y="1377960"/>
                  <a:pt x="27267" y="1198294"/>
                  <a:pt x="0" y="1087392"/>
                </a:cubicBezTo>
                <a:cubicBezTo>
                  <a:pt x="-27267" y="976490"/>
                  <a:pt x="56514" y="779897"/>
                  <a:pt x="0" y="598066"/>
                </a:cubicBezTo>
                <a:cubicBezTo>
                  <a:pt x="-56514" y="416235"/>
                  <a:pt x="14399" y="244604"/>
                  <a:pt x="0" y="0"/>
                </a:cubicBezTo>
                <a:close/>
              </a:path>
              <a:path w="5618603" h="5436961" stroke="0" extrusionOk="0">
                <a:moveTo>
                  <a:pt x="0" y="0"/>
                </a:moveTo>
                <a:cubicBezTo>
                  <a:pt x="242663" y="-45220"/>
                  <a:pt x="380815" y="9512"/>
                  <a:pt x="505674" y="0"/>
                </a:cubicBezTo>
                <a:cubicBezTo>
                  <a:pt x="630533" y="-9512"/>
                  <a:pt x="807735" y="3767"/>
                  <a:pt x="898976" y="0"/>
                </a:cubicBezTo>
                <a:cubicBezTo>
                  <a:pt x="990217" y="-3767"/>
                  <a:pt x="1367592" y="62419"/>
                  <a:pt x="1573209" y="0"/>
                </a:cubicBezTo>
                <a:cubicBezTo>
                  <a:pt x="1778826" y="-62419"/>
                  <a:pt x="1941665" y="9978"/>
                  <a:pt x="2078883" y="0"/>
                </a:cubicBezTo>
                <a:cubicBezTo>
                  <a:pt x="2216101" y="-9978"/>
                  <a:pt x="2443298" y="40240"/>
                  <a:pt x="2584557" y="0"/>
                </a:cubicBezTo>
                <a:cubicBezTo>
                  <a:pt x="2725816" y="-40240"/>
                  <a:pt x="2991670" y="62474"/>
                  <a:pt x="3258790" y="0"/>
                </a:cubicBezTo>
                <a:cubicBezTo>
                  <a:pt x="3525910" y="-62474"/>
                  <a:pt x="3549286" y="15763"/>
                  <a:pt x="3708278" y="0"/>
                </a:cubicBezTo>
                <a:cubicBezTo>
                  <a:pt x="3867270" y="-15763"/>
                  <a:pt x="4205316" y="60625"/>
                  <a:pt x="4382510" y="0"/>
                </a:cubicBezTo>
                <a:cubicBezTo>
                  <a:pt x="4559704" y="-60625"/>
                  <a:pt x="4897509" y="79720"/>
                  <a:pt x="5056743" y="0"/>
                </a:cubicBezTo>
                <a:cubicBezTo>
                  <a:pt x="5215977" y="-79720"/>
                  <a:pt x="5365084" y="43873"/>
                  <a:pt x="5618603" y="0"/>
                </a:cubicBezTo>
                <a:cubicBezTo>
                  <a:pt x="5629386" y="305279"/>
                  <a:pt x="5564605" y="375239"/>
                  <a:pt x="5618603" y="652435"/>
                </a:cubicBezTo>
                <a:cubicBezTo>
                  <a:pt x="5672601" y="929632"/>
                  <a:pt x="5601934" y="972590"/>
                  <a:pt x="5618603" y="1250501"/>
                </a:cubicBezTo>
                <a:cubicBezTo>
                  <a:pt x="5635272" y="1528412"/>
                  <a:pt x="5606155" y="1549779"/>
                  <a:pt x="5618603" y="1631088"/>
                </a:cubicBezTo>
                <a:cubicBezTo>
                  <a:pt x="5631051" y="1712397"/>
                  <a:pt x="5604587" y="1920494"/>
                  <a:pt x="5618603" y="2174784"/>
                </a:cubicBezTo>
                <a:cubicBezTo>
                  <a:pt x="5632619" y="2429074"/>
                  <a:pt x="5603427" y="2537458"/>
                  <a:pt x="5618603" y="2718481"/>
                </a:cubicBezTo>
                <a:cubicBezTo>
                  <a:pt x="5633779" y="2899504"/>
                  <a:pt x="5602162" y="3031780"/>
                  <a:pt x="5618603" y="3262177"/>
                </a:cubicBezTo>
                <a:cubicBezTo>
                  <a:pt x="5635044" y="3492574"/>
                  <a:pt x="5595465" y="3576378"/>
                  <a:pt x="5618603" y="3860242"/>
                </a:cubicBezTo>
                <a:cubicBezTo>
                  <a:pt x="5641741" y="4144106"/>
                  <a:pt x="5612465" y="4269694"/>
                  <a:pt x="5618603" y="4458308"/>
                </a:cubicBezTo>
                <a:cubicBezTo>
                  <a:pt x="5624741" y="4646922"/>
                  <a:pt x="5564158" y="5069930"/>
                  <a:pt x="5618603" y="5436961"/>
                </a:cubicBezTo>
                <a:cubicBezTo>
                  <a:pt x="5471093" y="5460262"/>
                  <a:pt x="5410548" y="5405936"/>
                  <a:pt x="5225301" y="5436961"/>
                </a:cubicBezTo>
                <a:cubicBezTo>
                  <a:pt x="5040054" y="5467986"/>
                  <a:pt x="4855115" y="5382734"/>
                  <a:pt x="4551068" y="5436961"/>
                </a:cubicBezTo>
                <a:cubicBezTo>
                  <a:pt x="4247021" y="5491188"/>
                  <a:pt x="4168189" y="5376528"/>
                  <a:pt x="3989208" y="5436961"/>
                </a:cubicBezTo>
                <a:cubicBezTo>
                  <a:pt x="3810227" y="5497394"/>
                  <a:pt x="3643629" y="5411804"/>
                  <a:pt x="3539720" y="5436961"/>
                </a:cubicBezTo>
                <a:cubicBezTo>
                  <a:pt x="3435811" y="5462118"/>
                  <a:pt x="3246225" y="5373085"/>
                  <a:pt x="2977860" y="5436961"/>
                </a:cubicBezTo>
                <a:cubicBezTo>
                  <a:pt x="2709495" y="5500837"/>
                  <a:pt x="2684045" y="5407492"/>
                  <a:pt x="2584557" y="5436961"/>
                </a:cubicBezTo>
                <a:cubicBezTo>
                  <a:pt x="2485069" y="5466430"/>
                  <a:pt x="2332483" y="5395866"/>
                  <a:pt x="2191255" y="5436961"/>
                </a:cubicBezTo>
                <a:cubicBezTo>
                  <a:pt x="2050027" y="5478056"/>
                  <a:pt x="1875859" y="5380720"/>
                  <a:pt x="1629395" y="5436961"/>
                </a:cubicBezTo>
                <a:cubicBezTo>
                  <a:pt x="1382931" y="5493202"/>
                  <a:pt x="1317219" y="5405642"/>
                  <a:pt x="1179907" y="5436961"/>
                </a:cubicBezTo>
                <a:cubicBezTo>
                  <a:pt x="1042595" y="5468280"/>
                  <a:pt x="710490" y="5433899"/>
                  <a:pt x="561860" y="5436961"/>
                </a:cubicBezTo>
                <a:cubicBezTo>
                  <a:pt x="413230" y="5440023"/>
                  <a:pt x="136875" y="5375851"/>
                  <a:pt x="0" y="5436961"/>
                </a:cubicBezTo>
                <a:cubicBezTo>
                  <a:pt x="-49789" y="5169053"/>
                  <a:pt x="62997" y="5039268"/>
                  <a:pt x="0" y="4838895"/>
                </a:cubicBezTo>
                <a:cubicBezTo>
                  <a:pt x="-62997" y="4638522"/>
                  <a:pt x="19450" y="4477343"/>
                  <a:pt x="0" y="4240830"/>
                </a:cubicBezTo>
                <a:cubicBezTo>
                  <a:pt x="-19450" y="4004318"/>
                  <a:pt x="46879" y="4022754"/>
                  <a:pt x="0" y="3805873"/>
                </a:cubicBezTo>
                <a:cubicBezTo>
                  <a:pt x="-46879" y="3588992"/>
                  <a:pt x="20187" y="3424494"/>
                  <a:pt x="0" y="3207807"/>
                </a:cubicBezTo>
                <a:cubicBezTo>
                  <a:pt x="-20187" y="2991120"/>
                  <a:pt x="39294" y="2832984"/>
                  <a:pt x="0" y="2555372"/>
                </a:cubicBezTo>
                <a:cubicBezTo>
                  <a:pt x="-39294" y="2277761"/>
                  <a:pt x="45273" y="2253256"/>
                  <a:pt x="0" y="2066045"/>
                </a:cubicBezTo>
                <a:cubicBezTo>
                  <a:pt x="-45273" y="1878834"/>
                  <a:pt x="67063" y="1679015"/>
                  <a:pt x="0" y="1413610"/>
                </a:cubicBezTo>
                <a:cubicBezTo>
                  <a:pt x="-67063" y="1148205"/>
                  <a:pt x="45958" y="1069736"/>
                  <a:pt x="0" y="978653"/>
                </a:cubicBezTo>
                <a:cubicBezTo>
                  <a:pt x="-45958" y="887570"/>
                  <a:pt x="2898" y="783105"/>
                  <a:pt x="0" y="598066"/>
                </a:cubicBezTo>
                <a:cubicBezTo>
                  <a:pt x="-2898" y="413027"/>
                  <a:pt x="52903" y="247503"/>
                  <a:pt x="0" y="0"/>
                </a:cubicBezTo>
                <a:close/>
              </a:path>
            </a:pathLst>
          </a:custGeom>
          <a:ln w="34925">
            <a:solidFill>
              <a:schemeClr val="accent3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</p:pic>
    </p:spTree>
    <p:extLst>
      <p:ext uri="{BB962C8B-B14F-4D97-AF65-F5344CB8AC3E}">
        <p14:creationId xmlns:p14="http://schemas.microsoft.com/office/powerpoint/2010/main" val="16897887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E23C-C151-C7F5-1EA7-4FF368F12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511A3-CF09-BAFC-671C-5C79ACAD2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Text Preprocessing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569658-6A12-46F3-B46C-D672FA11C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81BD062-E5D4-AB18-7B3D-C7A951EED81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539977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NLP Preprocessing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Applied Techniques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normalization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Diacritics removal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Stopword removal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stemming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Special character cleaning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6274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208E8-0BDA-0AAE-EF4A-60DFAFC5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AAEA8-7334-2FAE-AD47-B1A5FC878E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Text Preprocessing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93D08-9D80-221D-D2DE-B19117ACF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1079577-CCC0-8791-F8BC-3DF33A235F86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35212" y="2238402"/>
            <a:ext cx="6370072" cy="1729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Processing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using Spark DataFrames and UDFs.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10492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861A-87A6-11CF-FF94-4DC80D5DC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2DD4AF-DB7C-879A-278F-F53D3A019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Text Preprocessing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97F89-F5F9-FD9D-6E5E-FD984028F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2FF31C1-90D4-70E1-9404-D880FC5AE2DB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 bwMode="auto">
          <a:xfrm>
            <a:off x="738555" y="1619610"/>
            <a:ext cx="6365630" cy="47147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10462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8FD299-72E8-32FA-9D28-D4053D8477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92E7-EADF-6D93-7819-3887E731F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1FE42F-FE68-B31C-95EA-C195ECEC9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50B5F98-8DB6-47BC-15B5-88A5BA2BC05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1847754"/>
            <a:ext cx="6370072" cy="4191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Performed Analysis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Word frequency analysis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N-gram frequency analysis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Vocabulary richness (TTR)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Corpus statistics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00505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F9E1D-3B49-50C8-DE8D-1041A8EEF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ADA2F-E56D-16B6-D544-004CBF3A0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9E2C7-CAF7-82CF-EE3C-84A999AD0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39D6EBCC-818C-8153-5095-7768DA42C791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2097634"/>
            <a:ext cx="6370072" cy="296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Words: 3,937,653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Words: 23,130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TTR: 0.00587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3093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76651-2887-3360-0F14-01EE4120F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5824B-B28B-EC9D-E772-C5B9A0865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Exploratory Data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31CED-DDC1-45C6-F505-F2C582124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38D2F0E-18EE-DD14-3EE8-D519A3320CD6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787966" y="3386636"/>
            <a:ext cx="6370072" cy="1114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446D86F-5972-BD4D-A6DD-3B52ADAB1C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66" y="2488745"/>
            <a:ext cx="7089942" cy="256976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5615095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77017-D7CF-1BB3-5CAC-6204F4740E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63E0D-1EC2-8873-C090-D4C66FE2E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21184C-45E5-B747-8775-EFBE0259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BD8C28F-9AEE-F413-69EE-566D1014A7C8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23136" y="1547545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Stylometric Features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6 → Multiple elongations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29 → Semicolon frequency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52 → Arabic interjections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75 → Active voice approximation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98 → Simplified BERT representation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33913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7B9E2-A20A-C220-1FB4-52B22A79B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EFEF1-70ED-FB03-4335-307964889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9C59AE-6E1B-8EA7-A133-F926F5292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ACBE9BC-C099-DA89-2025-2E52E75618BE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23136" y="1855322"/>
            <a:ext cx="6370072" cy="4191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Feature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TF-IDF representation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Feature Vector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10,000 TF-IDF features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stylometric features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= 10,005 features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5832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687D5-317D-49D9-4CA0-4E97EC784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C584A-6586-276A-C210-FBD91B896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51CFC-6A47-ADD2-293E-EAA98517F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568BCFE-CBE0-10C7-9A00-CAD5E202A7B7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23136" y="1624490"/>
            <a:ext cx="6370072" cy="4653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Machine Learning Models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Implemented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Vector Machine (SVM) </a:t>
            </a:r>
          </a:p>
          <a:p>
            <a:pPr>
              <a:lnSpc>
                <a:spcPct val="150000"/>
              </a:lnSpc>
            </a:pP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13546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FD884-932F-4CC6-0782-67DAEE12B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D36505-A7C3-4938-A71C-CFA8014EE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Models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AAAEB6-7517-FB9A-088B-0AF8A9C3D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993866B7-5C17-7889-1A85-0895727468EC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823136" y="1799492"/>
            <a:ext cx="6370072" cy="4038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Split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Training = 70%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Validation = 15%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Testing = 15%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MLlib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implemented using Spark MLlib distributed framework.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32823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DF40D-4311-E49C-51BA-2397AD5C2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191EC-ECEE-14EC-733B-BB09CE7AF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Results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AD764D-FECE-4C38-D69E-8EB23C65F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D43ED334-103E-AEAB-4C0C-E4F0BCA1B4D9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82459" y="1942585"/>
            <a:ext cx="6370072" cy="1114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Performance Evaluation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2D66198-AA11-1924-9103-7057F834F9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367823"/>
              </p:ext>
            </p:extLst>
          </p:nvPr>
        </p:nvGraphicFramePr>
        <p:xfrm>
          <a:off x="682459" y="2816763"/>
          <a:ext cx="6601597" cy="2963326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2085706">
                  <a:extLst>
                    <a:ext uri="{9D8B030D-6E8A-4147-A177-3AD203B41FA5}">
                      <a16:colId xmlns:a16="http://schemas.microsoft.com/office/drawing/2014/main" val="3590475269"/>
                    </a:ext>
                  </a:extLst>
                </a:gridCol>
                <a:gridCol w="1505297">
                  <a:extLst>
                    <a:ext uri="{9D8B030D-6E8A-4147-A177-3AD203B41FA5}">
                      <a16:colId xmlns:a16="http://schemas.microsoft.com/office/drawing/2014/main" val="3511791885"/>
                    </a:ext>
                  </a:extLst>
                </a:gridCol>
                <a:gridCol w="1505297">
                  <a:extLst>
                    <a:ext uri="{9D8B030D-6E8A-4147-A177-3AD203B41FA5}">
                      <a16:colId xmlns:a16="http://schemas.microsoft.com/office/drawing/2014/main" val="204424172"/>
                    </a:ext>
                  </a:extLst>
                </a:gridCol>
                <a:gridCol w="1505297">
                  <a:extLst>
                    <a:ext uri="{9D8B030D-6E8A-4147-A177-3AD203B41FA5}">
                      <a16:colId xmlns:a16="http://schemas.microsoft.com/office/drawing/2014/main" val="2789293755"/>
                    </a:ext>
                  </a:extLst>
                </a:gridCol>
              </a:tblGrid>
              <a:tr h="6307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Model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Accuracy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F1-score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ROC-AUC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75296814"/>
                  </a:ext>
                </a:extLst>
              </a:tr>
              <a:tr h="6307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Logistic Regression</a:t>
                      </a:r>
                      <a:endParaRPr lang="en-US" sz="1400" b="1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0.965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0.966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0.982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14788958"/>
                  </a:ext>
                </a:extLst>
              </a:tr>
              <a:tr h="630773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Random Forest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0.801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0.714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0.946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848345984"/>
                  </a:ext>
                </a:extLst>
              </a:tr>
              <a:tr h="107100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SVM</a:t>
                      </a:r>
                      <a:endParaRPr lang="en-US" sz="1400" b="1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0.973</a:t>
                      </a:r>
                      <a:endParaRPr lang="en-US" sz="1400" b="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0.973</a:t>
                      </a:r>
                      <a:endParaRPr lang="en-US" sz="14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0.991</a:t>
                      </a:r>
                      <a:endParaRPr lang="en-US" sz="1400" b="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621371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56661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FD9E1-64C9-AE76-B4F4-8AF92E935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14D55-E950-FECE-16EA-B2DE761265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Performance Results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B9F55-8866-BB75-FE40-AAC61B7F6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188BEDA-E75E-3145-93FA-B7229B65DC2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82459" y="2564116"/>
            <a:ext cx="6370072" cy="1729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 Model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Vector Machine (SVM)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7749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2599B-AEFB-2A40-A013-2402A5F29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18D2D-C900-36EE-AC46-BD7BC86BC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679AD2-F941-8564-4C9A-AB688130C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AB83295-27A9-2305-73D1-200D91B90282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82459" y="1409955"/>
            <a:ext cx="6370072" cy="403809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 produced lowest false positives.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also performed strongly.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 underperformed on sparse TF-IDF vectors.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23889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0178B-07F8-D52B-F0F2-0A1F1C49D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F4646-F12B-7676-4273-7B2F65E40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B5655-392D-E141-8347-366E2F29D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83AC41C-11B2-91DD-FA83-653FDC18A89C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82459" y="3179670"/>
            <a:ext cx="6370072" cy="498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F8C427-BE81-AA7F-B335-69C07F50B3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66" y="2049558"/>
            <a:ext cx="7037188" cy="357751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2770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63675-014B-A005-D65C-9517FB44C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E2E6B-2C0E-58B7-F780-2DAEE408E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EE5B8-3AD2-A35A-AB94-C345AEA38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FFD93B0-881C-2FDE-9172-641A0CB1BB70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82459" y="3179670"/>
            <a:ext cx="6370072" cy="498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172F71-3355-D51C-5F9B-EC06562FB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66" y="1855910"/>
            <a:ext cx="7107526" cy="368324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4057666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D85FC-CE16-6DA9-D266-D7B633184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205B5-7986-A901-F498-5C823496D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64E15C-A5B1-8BAA-B310-AC3DF29BC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498A1FA-7C23-6B75-084B-F70F0F54DA16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682459" y="3179670"/>
            <a:ext cx="6370072" cy="498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3641EE-7485-E1FB-596E-0C292E0F8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365" y="1799492"/>
            <a:ext cx="7019603" cy="407377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4159571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3CC42-EFD6-7C5F-1CD3-8B1AC96F3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AA42-38AE-8EC2-6276-1BF537B24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Streaming Pipeline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1CA5FD-CCCE-853C-50E2-FFEE78AF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AECE38D-1456-230B-631F-F7709C8EA9AD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912670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Structured Streaming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 Simulation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File-based streaming source.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Arabic text ingestion.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Deployment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 model deployed for live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Spark Structured Streaming pipeline implemented.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555170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BC18A-8343-1AC0-4793-43EDC4F67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C1C33-7E02-178C-724B-0B7749C68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Batch vs Stream Comparison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AAF60A-D276-4DE0-DD06-D16FA2471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A3C5F0EA-6FA5-274B-EBFA-9C51CBED5469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2050465"/>
            <a:ext cx="6370072" cy="48075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Analysis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Processing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throughput for large datasets.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 prediction time ≈ 32 seconds.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 Processing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Near real-time prediction.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Micro-batch latency observed.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7874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297C-6115-BC10-C7EC-379D6EB7C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C1439-14CE-7B64-7C3A-0FFAE0672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Scalability &amp; Batch vs Stream Comparison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F6BD4-4087-8713-2998-0CB193A8A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616696B-0DC0-9D09-6CB2-4B0C10CC0DAF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2141147"/>
            <a:ext cx="6370072" cy="12878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Comparison</a:t>
            </a:r>
          </a:p>
          <a:p>
            <a:pPr>
              <a:lnSpc>
                <a:spcPct val="150000"/>
              </a:lnSpc>
            </a:pPr>
            <a:endParaRPr kumimoji="0" lang="en-US" altLang="en-US" sz="2400" b="1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9700DE8-0473-EA4F-73C3-B12A2B0532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365205"/>
              </p:ext>
            </p:extLst>
          </p:nvPr>
        </p:nvGraphicFramePr>
        <p:xfrm>
          <a:off x="559366" y="2930486"/>
          <a:ext cx="6656682" cy="3424592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3328341">
                  <a:extLst>
                    <a:ext uri="{9D8B030D-6E8A-4147-A177-3AD203B41FA5}">
                      <a16:colId xmlns:a16="http://schemas.microsoft.com/office/drawing/2014/main" val="3286955579"/>
                    </a:ext>
                  </a:extLst>
                </a:gridCol>
                <a:gridCol w="3328341">
                  <a:extLst>
                    <a:ext uri="{9D8B030D-6E8A-4147-A177-3AD203B41FA5}">
                      <a16:colId xmlns:a16="http://schemas.microsoft.com/office/drawing/2014/main" val="3656418573"/>
                    </a:ext>
                  </a:extLst>
                </a:gridCol>
              </a:tblGrid>
              <a:tr h="8561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Batch Processing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b="1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Stream Processing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92985722"/>
                  </a:ext>
                </a:extLst>
              </a:tr>
              <a:tr h="8561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Offline analytics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Real-time analytics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48178940"/>
                  </a:ext>
                </a:extLst>
              </a:tr>
              <a:tr h="8561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Higher throughput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Lower latency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8855922"/>
                  </a:ext>
                </a:extLst>
              </a:tr>
              <a:tr h="8561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Large-scale execution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ea typeface="Aptos" panose="020B0004020202020204" pitchFamily="34" charset="0"/>
                          <a:cs typeface="Arial" panose="020B0604020202020204" pitchFamily="34" charset="0"/>
                        </a:rPr>
                        <a:t>Continuous prediction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7982268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82892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B7D93-9410-6BBD-C1C8-6C641FA0A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17A1-CD6D-8CA6-5391-21A1199564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FD2B23-884F-9E85-75DC-D679CC3ED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ED981EF-0F69-4654-D9A5-D351FF913CEA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2287996"/>
            <a:ext cx="6370072" cy="296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Logistic Regression Coefficients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coefficients extracted.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Positive coefficients linked with AI-generated text.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Negative coefficients linked with human-written text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3705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421F47-1A64-8066-D9B2-781C5688B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CCD67-096E-A67E-8447-3B41393BDF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Importance Analysis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952AA4-89C4-57B1-2DCE-06249C4260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31</a:t>
            </a:fld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90CD34B-EA6F-F5DB-3EB2-82BBB7391750}"/>
              </a:ext>
            </a:extLst>
          </p:cNvPr>
          <p:cNvPicPr>
            <a:picLocks noGrp="1" noChangeAspect="1"/>
          </p:cNvPicPr>
          <p:nvPr>
            <p:ph sz="half" idx="14"/>
          </p:nvPr>
        </p:nvPicPr>
        <p:blipFill>
          <a:blip r:embed="rId3"/>
          <a:stretch>
            <a:fillRect/>
          </a:stretch>
        </p:blipFill>
        <p:spPr>
          <a:xfrm>
            <a:off x="685800" y="2263406"/>
            <a:ext cx="6506307" cy="373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391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4F4B7-4D6E-64BE-1086-F4D4A16F0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23606-E8CB-7374-ABB7-9ECFA176C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Limitations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B681D-44BC-7654-0774-A93E0F562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E4AFD4FB-DE46-0C1D-0058-404D2432BC33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672443"/>
            <a:ext cx="6370072" cy="4191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Limitations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Arabic NLP complexity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Sparse high-dimensional vectors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Streaming environment setup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processing overhead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85500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C154-9A35-14A6-95DF-90AAAE8E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CA1D23-7C33-79CE-45AF-523DC48E28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Challenges &amp; Limitations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D8706-59C6-6A81-CBD1-689385681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2C484A8-990A-123E-50CD-D5C376C565D2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2083457"/>
            <a:ext cx="6370072" cy="296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Simplified BERT approximation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File-based streaming instead of Kafka cluster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advanced Arabic parsing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928760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31C0E-5D98-F761-E7F2-E730027C1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2D2BB-7859-14F1-4AA6-9965CCEDA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5F80D-AD7F-55B0-BD08-C12987D2A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ED48F19-D66C-BE2C-8A33-5D907B532BAB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799492"/>
            <a:ext cx="6370072" cy="3884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developed scalable Arabic AI-text detection pipeline.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Integrated distributed preprocessing and machine learning.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Spark Structured Streaming.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 achieved best overall performance.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24633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018F4A-841C-B1DC-EAC9-C4F64E41F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05CC6-1D91-7AAF-8419-256C18AA9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9B5AB-A37D-DE06-56F9-505C9F785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0729D1AB-ED41-9805-BDBB-3C4E67901B74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799492"/>
            <a:ext cx="6370072" cy="2960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Best Results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Accuracy = 97.3%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F1-score = 97.3%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ROC-AUC = 99.1% </a:t>
            </a:r>
          </a:p>
          <a:p>
            <a:pPr>
              <a:lnSpc>
                <a:spcPct val="150000"/>
              </a:lnSpc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3794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B41A3-C67E-3058-EAC9-4AD868E4A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0F92C-6DE0-12E7-4365-EC7E6B532A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366" y="523594"/>
            <a:ext cx="7346383" cy="1275898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Work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D19B1-3AB1-93DF-60D6-1E859B799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FDDF7A8B-A2A8-D6BF-1789-3BD7FA32B197}"/>
              </a:ext>
            </a:extLst>
          </p:cNvPr>
          <p:cNvSpPr>
            <a:spLocks noGrp="1" noChangeArrowheads="1"/>
          </p:cNvSpPr>
          <p:nvPr>
            <p:ph sz="half" idx="14"/>
          </p:nvPr>
        </p:nvSpPr>
        <p:spPr bwMode="auto">
          <a:xfrm>
            <a:off x="559366" y="1491716"/>
            <a:ext cx="6370072" cy="3576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Kafka integration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transformer embeddings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architectures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 distributed cluster deployment </a:t>
            </a:r>
          </a:p>
          <a:p>
            <a:pPr marL="342900" lvl="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Advanced Arabic morphological analysis 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kumimoji="0" lang="en-US" altLang="en-US" sz="2000" b="0" i="0" u="none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11294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02F2E-9E02-7A5A-1523-330487402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217D1-AB7C-C1D3-0A82-871612355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508882"/>
            <a:ext cx="9784348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A0BB4B-6882-8792-0112-98298F35C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F115-A532-C5F9-F070-CB7A08ECF5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19" y="1378740"/>
            <a:ext cx="7987228" cy="51552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Spark Documentation. https://spark.apache.org/docs/latest/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Bird, S., Klein, E., &amp; Loper, E. (2009).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Natural language processing with Python: analyzing text with the natural language toolkit. " O'Reilly Media, Inc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.".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Breiman, L. (2001). Random forests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Machine learning, 45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(1), 5-32.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Cortes, C., &amp; Vapnik, V. (1995). Support-vector networks.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learning, 20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(3), 273-297.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Dean, J., &amp; Ghemawat, S. (2008). MapReduce: simplified data processing on large clusters.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Communications of the ACM, 51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(1), 107-113.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Devlin, J., Chang, M. W., Lee, K., &amp; Toutanova, K. (2019, June).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Bert: Pre-training of deep bidirectional transformers for language understanding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In Proceedings of the 2019 conference of the North American chapter of the association for computational linguistics: human language technologies, volume 1 (long and short papers) (pp. 4171-4186).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Hugging Face Datasets Documentation. https://huggingface.co/docs/datasets/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Jurafsky, D., &amp; Martin, J. H. (2023).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and language processing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3rd edn. draft.</a:t>
            </a:r>
          </a:p>
        </p:txBody>
      </p:sp>
    </p:spTree>
    <p:extLst>
      <p:ext uri="{BB962C8B-B14F-4D97-AF65-F5344CB8AC3E}">
        <p14:creationId xmlns:p14="http://schemas.microsoft.com/office/powerpoint/2010/main" val="13364919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81284-A19A-FE3D-CD2B-3698D886E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6DB4B-AA48-6B38-DDEF-99AAC12B4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7400" y="508882"/>
            <a:ext cx="9784348" cy="1275898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985EA-42E6-49D5-B156-7464AD13C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6D9C69-4DF0-5B3E-8E2A-31C0A800B9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119" y="1371045"/>
            <a:ext cx="7987228" cy="51706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9144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3716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-228600" algn="l" defTabSz="914400" rtl="0" eaLnBrk="1" latinLnBrk="0" hangingPunct="1">
              <a:lnSpc>
                <a:spcPts val="2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KFUPM-JRCAI Arabic Generated Abstracts Dataset. https://huggingface.co/datasets/KFUPM-JRCAI/arabic-generated-abstracts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Manning, C. D. (2008).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information retrieval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Syngress Publishing.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Mikolov, T., Chen, K., Corrado, G., &amp; Dean, J. (2013). Efficient estimation of word representations in vector space.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arXiv preprint arXiv:1301.3781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Pedregosa, F., Varoquaux, G., Gramfort, A., Michel, V., Thirion, B., Grisel, O., ... &amp; Duchesnay, É. (2011). Scikit-learn: Machine learning in Python.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Journal of machine Learning research, 12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2825-2830.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Salloum, S., Dautov, R., Chen, X., Peng, P. X., &amp; Huang, J. Z. (2016). Big data analytics on Apache Spark.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International Journal of Data Science and Analytics, 1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(3), 145-164.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Salton, G., &amp; Buckley, C. (1988). Term-weighting approaches in automatic text retrieval.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Information processing &amp; management, 24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(5), 513-523.</a:t>
            </a:r>
          </a:p>
          <a:p>
            <a:pPr marL="342900" indent="-342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Zaharia, M., Chowdhury, M., Franklin, M. J., Shenker, S., &amp; Stoica, I. (2010). Spark: Cluster computing with working sets. In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2nd USENIX workshop on hot topics in cloud computing (HotCloud 10).</a:t>
            </a:r>
          </a:p>
        </p:txBody>
      </p:sp>
    </p:spTree>
    <p:extLst>
      <p:ext uri="{BB962C8B-B14F-4D97-AF65-F5344CB8AC3E}">
        <p14:creationId xmlns:p14="http://schemas.microsoft.com/office/powerpoint/2010/main" val="152848599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DD25-4AF5-2C11-35F4-420BD63DF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D928B-D8DD-4019-6D78-8B2C7C24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9E4432-72BF-5A6E-022F-86BB04770448}"/>
              </a:ext>
            </a:extLst>
          </p:cNvPr>
          <p:cNvSpPr txBox="1"/>
          <p:nvPr/>
        </p:nvSpPr>
        <p:spPr>
          <a:xfrm>
            <a:off x="765109" y="2470746"/>
            <a:ext cx="5505061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dirty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1CAB59-54C3-CFDE-025F-9696EA90A977}"/>
              </a:ext>
            </a:extLst>
          </p:cNvPr>
          <p:cNvSpPr txBox="1"/>
          <p:nvPr/>
        </p:nvSpPr>
        <p:spPr>
          <a:xfrm>
            <a:off x="1219200" y="3779521"/>
            <a:ext cx="4621763" cy="543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33">
                <a:solidFill>
                  <a:srgbClr val="FFFFFF"/>
                </a:solidFill>
                <a:latin typeface="Calibri"/>
              </a:rPr>
              <a:t>Questions &amp; Discussion</a:t>
            </a:r>
          </a:p>
        </p:txBody>
      </p:sp>
    </p:spTree>
    <p:extLst>
      <p:ext uri="{BB962C8B-B14F-4D97-AF65-F5344CB8AC3E}">
        <p14:creationId xmlns:p14="http://schemas.microsoft.com/office/powerpoint/2010/main" val="139033437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74">
      <a:dk1>
        <a:sysClr val="windowText" lastClr="000000"/>
      </a:dk1>
      <a:lt1>
        <a:sysClr val="window" lastClr="FFFFFF"/>
      </a:lt1>
      <a:dk2>
        <a:srgbClr val="F8F0E3"/>
      </a:dk2>
      <a:lt2>
        <a:srgbClr val="E7E6E6"/>
      </a:lt2>
      <a:accent1>
        <a:srgbClr val="224E7F"/>
      </a:accent1>
      <a:accent2>
        <a:srgbClr val="385E88"/>
      </a:accent2>
      <a:accent3>
        <a:srgbClr val="AA2070"/>
      </a:accent3>
      <a:accent4>
        <a:srgbClr val="EC008C"/>
      </a:accent4>
      <a:accent5>
        <a:srgbClr val="582156"/>
      </a:accent5>
      <a:accent6>
        <a:srgbClr val="958EA2"/>
      </a:accent6>
      <a:hlink>
        <a:srgbClr val="0563C1"/>
      </a:hlink>
      <a:folHlink>
        <a:srgbClr val="954F72"/>
      </a:folHlink>
    </a:clrScheme>
    <a:fontScheme name="Custom 112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33968143_Win32_SL_V3" id="{4DA6DF5E-F5DF-461D-8863-50E9C5721FD0}" vid="{BC6DDDB8-E14A-47D1-98C5-2C109624FD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{2DF4A821-7E98-418A-B50D-26D924C75F5F}TF55c86556-70ea-476e-aa05-13a38f2d5b0da1381d77_win32-a3c664429073</Template>
  <TotalTime>0</TotalTime>
  <Words>1233</Words>
  <Application>Microsoft Office PowerPoint</Application>
  <PresentationFormat>Widescreen</PresentationFormat>
  <Paragraphs>303</Paragraphs>
  <Slides>39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Avenir Next LT Pro</vt:lpstr>
      <vt:lpstr>Calibri</vt:lpstr>
      <vt:lpstr>Times New Roman</vt:lpstr>
      <vt:lpstr>Custom</vt:lpstr>
      <vt:lpstr>Scalable Real-time Detection of AI-Generated Arabic Text A Distributed Data Pipeline Approach </vt:lpstr>
      <vt:lpstr>Problem Statement</vt:lpstr>
      <vt:lpstr>Problem Statement</vt:lpstr>
      <vt:lpstr>Project Objectives </vt:lpstr>
      <vt:lpstr>Dataset Description</vt:lpstr>
      <vt:lpstr>Dataset Description</vt:lpstr>
      <vt:lpstr>Dataset Description</vt:lpstr>
      <vt:lpstr>Big Data Architecture</vt:lpstr>
      <vt:lpstr>Big Data Architecture</vt:lpstr>
      <vt:lpstr>Big Data Architecture</vt:lpstr>
      <vt:lpstr>Arabic Text Preprocessing</vt:lpstr>
      <vt:lpstr>Arabic Text Preprocessing</vt:lpstr>
      <vt:lpstr>Arabic Text Preprocessing</vt:lpstr>
      <vt:lpstr>Exploratory Data Analysis</vt:lpstr>
      <vt:lpstr>Exploratory Data Analysis</vt:lpstr>
      <vt:lpstr>Exploratory Data Analysis</vt:lpstr>
      <vt:lpstr>Feature Engineering</vt:lpstr>
      <vt:lpstr>Feature Engineering</vt:lpstr>
      <vt:lpstr>Machine Learning Models</vt:lpstr>
      <vt:lpstr>Machine Learning Models</vt:lpstr>
      <vt:lpstr>Model Performance Results</vt:lpstr>
      <vt:lpstr>Model Performance Results</vt:lpstr>
      <vt:lpstr>Confusion Matrix Analysis</vt:lpstr>
      <vt:lpstr>Confusion Matrix Analysis</vt:lpstr>
      <vt:lpstr>Confusion Matrix Analysis</vt:lpstr>
      <vt:lpstr>Confusion Matrix Analysis</vt:lpstr>
      <vt:lpstr>Real-Time Streaming Pipeline</vt:lpstr>
      <vt:lpstr>Scalability &amp; Batch vs Stream Comparison</vt:lpstr>
      <vt:lpstr>Scalability &amp; Batch vs Stream Comparison</vt:lpstr>
      <vt:lpstr>Feature Importance Analysis</vt:lpstr>
      <vt:lpstr>Feature Importance Analysis</vt:lpstr>
      <vt:lpstr>Challenges &amp; Limitations</vt:lpstr>
      <vt:lpstr>Challenges &amp; Limitations</vt:lpstr>
      <vt:lpstr>Conclusion</vt:lpstr>
      <vt:lpstr>Conclusion</vt:lpstr>
      <vt:lpstr>Future Work</vt:lpstr>
      <vt:lpstr>References</vt:lpstr>
      <vt:lpstr>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2026-05-08T07:55:06Z</dcterms:created>
  <dcterms:modified xsi:type="dcterms:W3CDTF">2026-05-20T15:14:51Z</dcterms:modified>
</cp:coreProperties>
</file>